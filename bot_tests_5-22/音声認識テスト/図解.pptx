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411886-43BF-B2F4-4C6D-E4617CB3D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9D97E1-AAD1-84D2-2BA9-F295338F9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341925-6C93-3D8E-C2B7-22EB41BD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5972A1-3E95-7F46-0079-DA5598FC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0E87E0-F035-8CEC-6BF7-777079B4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94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06385-676E-957E-169F-D52CAB40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B97AE3-6B41-4C49-5A39-4D7E120E7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DDE8D9-CFD5-2CF0-0D37-FF6EE1A57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82530F-E00B-C352-3D9C-8BF42BE2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2D1771-56CC-25AE-EB42-9300735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02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30F94-9FF1-90D6-DAF8-326EC227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20C333-7A9E-174E-C35E-86285FFE3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094409-827C-1CD7-C63B-A7999A4B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F8BDC5-206D-2949-3C66-C0383812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95619F-60EF-35B7-02C6-02F427DA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32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39CD06-0454-55C4-CEF9-3A92A13A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EF484C-6E10-FAB5-0E0D-1895ACA13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DB827D-B125-448F-AD42-E1DB69929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9CAB01-DADC-4F45-A548-51F266F9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1D2507-DF86-2EE8-F5C4-277C3657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8E8CD2-5ED3-D189-DF04-802682FC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807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9F106A-0582-3D89-24A8-3099F261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CD2E85-F174-6310-F618-3B7B3EF3E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F556DD-C0A1-361C-536A-73F39C78E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2BE6CCE-D889-B7AC-0EBA-C9CEAF208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FDB34F-51AA-98EE-8DD6-625EDFDBC6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9D1D9F9-C909-D4B9-46B2-63B583DF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0B2C50-C292-E378-0CCA-FEFE561A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5D73870-39A5-3768-4CE6-BA873AC1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239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2B9176-89A3-42C2-05FD-0666CA89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2CEDB37-DE6D-28A8-746F-81ABF5A4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A69C76-926F-2D12-AA7B-7405F383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800F04-57BB-381C-3CD2-5E6B453F9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9873584-2244-88C5-FF2C-76683563F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505300-DD3E-EF1B-52E0-EF31769D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DD2E58-5F10-057D-A76E-E211548C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7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7C6360-68A0-62CE-FBBC-17420B25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0CC685-320F-DD34-73C1-A99E948CA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88764D-89C4-E025-916D-DE29E7F61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8966AC-DE5A-8C29-9086-1A13A883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353AE1-44D4-4261-C84B-85A4D9FEB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BDF595-D46E-096B-652F-27E1732E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821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8C2005-AA7D-58A9-DDFA-0466B3D2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2C1DD3-7AA4-E9C8-8182-F4F940481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119B57-D1EE-B444-2598-BBDB89156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F86648-7344-5440-ADBF-1C720F0F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A1752F-43B1-3CCC-3ECB-AEE6FC4D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594C94-B54B-1127-6889-CFAC80BD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975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ED88C5-B1AF-9936-3011-F3BE1093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0DF0FC-7202-C294-EEE5-26E396BF5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79232B-08F4-E9B4-15B6-5FF9BB5B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39C63B-4E39-4D27-58D1-D5C0DA00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2C2E78-AAE6-E8C4-E85E-228B8A8B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75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A212CF3-7EA9-80B8-1D01-69065803B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A3A8A7-30F0-6C7E-4B4B-911A2D395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CBDEAF-F067-54E4-D348-F49EBB83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FD1C8C-B0CF-62E9-6C5B-ED8D70EE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979A38-D6CB-8106-7496-6A3C1782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547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C07DA1E-C6A9-2FC8-77A0-0B3B1A9A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4BF9E9-2C6B-342D-BB14-DFCC48232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F6F8F-C107-2BB2-50C5-7FE565A6A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66C9B-6417-497B-870E-D4E7872A8667}" type="datetimeFigureOut">
              <a:rPr kumimoji="1" lang="ja-JP" altLang="en-US" smtClean="0"/>
              <a:t>2025/7/17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5F0EFD-961E-4BA1-BC18-6F72606C0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D07FC8-5A78-AD89-01DC-1CD065E0B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695E0-FB87-4894-B948-6BD221719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66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87AA707-847E-D0C1-1F9A-59604C938D06}"/>
              </a:ext>
            </a:extLst>
          </p:cNvPr>
          <p:cNvCxnSpPr>
            <a:cxnSpLocks/>
          </p:cNvCxnSpPr>
          <p:nvPr/>
        </p:nvCxnSpPr>
        <p:spPr>
          <a:xfrm>
            <a:off x="2461491" y="3131127"/>
            <a:ext cx="0" cy="27893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8C9B944-D9E4-11E9-08DC-386886202494}"/>
              </a:ext>
            </a:extLst>
          </p:cNvPr>
          <p:cNvCxnSpPr>
            <a:cxnSpLocks/>
          </p:cNvCxnSpPr>
          <p:nvPr/>
        </p:nvCxnSpPr>
        <p:spPr>
          <a:xfrm flipH="1">
            <a:off x="2461491" y="3613727"/>
            <a:ext cx="82850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72B0BB9-AB80-CF53-D3F3-7043A83DAE8C}"/>
              </a:ext>
            </a:extLst>
          </p:cNvPr>
          <p:cNvCxnSpPr/>
          <p:nvPr/>
        </p:nvCxnSpPr>
        <p:spPr>
          <a:xfrm>
            <a:off x="2461491" y="5144655"/>
            <a:ext cx="16902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4F45B6A-CAFA-305D-41A3-9F8E20E7307E}"/>
              </a:ext>
            </a:extLst>
          </p:cNvPr>
          <p:cNvCxnSpPr/>
          <p:nvPr/>
        </p:nvCxnSpPr>
        <p:spPr>
          <a:xfrm>
            <a:off x="4151746" y="5144655"/>
            <a:ext cx="16902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40FF637-F311-0B7C-8138-656D8C940CE8}"/>
              </a:ext>
            </a:extLst>
          </p:cNvPr>
          <p:cNvCxnSpPr/>
          <p:nvPr/>
        </p:nvCxnSpPr>
        <p:spPr>
          <a:xfrm>
            <a:off x="5842001" y="5144655"/>
            <a:ext cx="16902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2EA18CE-B6D0-8764-1675-8E0C51229AE2}"/>
              </a:ext>
            </a:extLst>
          </p:cNvPr>
          <p:cNvSpPr txBox="1"/>
          <p:nvPr/>
        </p:nvSpPr>
        <p:spPr>
          <a:xfrm>
            <a:off x="3846946" y="775854"/>
            <a:ext cx="4498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問題のない挙動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02F9F4-CEC2-C9D3-EFF5-578A1C2C2550}"/>
              </a:ext>
            </a:extLst>
          </p:cNvPr>
          <p:cNvSpPr txBox="1"/>
          <p:nvPr/>
        </p:nvSpPr>
        <p:spPr>
          <a:xfrm>
            <a:off x="383907" y="350289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スレッディング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EA06922-1BD5-52CB-2830-573401DA9A15}"/>
              </a:ext>
            </a:extLst>
          </p:cNvPr>
          <p:cNvSpPr txBox="1"/>
          <p:nvPr/>
        </p:nvSpPr>
        <p:spPr>
          <a:xfrm>
            <a:off x="970032" y="49599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録音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D8C8554-3D29-1D84-664A-7A4BE250A1F3}"/>
              </a:ext>
            </a:extLst>
          </p:cNvPr>
          <p:cNvSpPr txBox="1"/>
          <p:nvPr/>
        </p:nvSpPr>
        <p:spPr>
          <a:xfrm>
            <a:off x="2184400" y="2742045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0sec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419A251-071F-5A55-810D-1C6B56496EFA}"/>
              </a:ext>
            </a:extLst>
          </p:cNvPr>
          <p:cNvSpPr txBox="1"/>
          <p:nvPr/>
        </p:nvSpPr>
        <p:spPr>
          <a:xfrm>
            <a:off x="10233890" y="2874941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30sec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5EAC8CC-0AB8-F593-CDC6-4F8266194429}"/>
              </a:ext>
            </a:extLst>
          </p:cNvPr>
          <p:cNvSpPr txBox="1"/>
          <p:nvPr/>
        </p:nvSpPr>
        <p:spPr>
          <a:xfrm>
            <a:off x="2955636" y="5754255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6sec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6F96BAA-AF61-FC3C-9D99-2C79C388C31E}"/>
              </a:ext>
            </a:extLst>
          </p:cNvPr>
          <p:cNvSpPr txBox="1"/>
          <p:nvPr/>
        </p:nvSpPr>
        <p:spPr>
          <a:xfrm>
            <a:off x="6361322" y="5731287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6sec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2EBB891-3DBC-64DE-91A6-69508041B0B4}"/>
              </a:ext>
            </a:extLst>
          </p:cNvPr>
          <p:cNvSpPr txBox="1"/>
          <p:nvPr/>
        </p:nvSpPr>
        <p:spPr>
          <a:xfrm>
            <a:off x="4658479" y="5735843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6sec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3A7D5B-7EEA-7B00-5476-26F67FAA6221}"/>
              </a:ext>
            </a:extLst>
          </p:cNvPr>
          <p:cNvSpPr txBox="1"/>
          <p:nvPr/>
        </p:nvSpPr>
        <p:spPr>
          <a:xfrm>
            <a:off x="7250545" y="4590657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18sec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19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23409-12FB-3AA2-973E-A6BD7767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497F05-4D8F-B445-0FA3-C281D3CB551E}"/>
              </a:ext>
            </a:extLst>
          </p:cNvPr>
          <p:cNvCxnSpPr>
            <a:cxnSpLocks/>
          </p:cNvCxnSpPr>
          <p:nvPr/>
        </p:nvCxnSpPr>
        <p:spPr>
          <a:xfrm>
            <a:off x="3385127" y="3186545"/>
            <a:ext cx="0" cy="27893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A8D6150B-20B7-3761-5DD2-CF3249387FA2}"/>
              </a:ext>
            </a:extLst>
          </p:cNvPr>
          <p:cNvCxnSpPr>
            <a:cxnSpLocks/>
          </p:cNvCxnSpPr>
          <p:nvPr/>
        </p:nvCxnSpPr>
        <p:spPr>
          <a:xfrm flipH="1">
            <a:off x="3385127" y="3669145"/>
            <a:ext cx="51492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7ADB8CB-63D0-DE55-06BB-9E18ECA69D40}"/>
              </a:ext>
            </a:extLst>
          </p:cNvPr>
          <p:cNvCxnSpPr>
            <a:cxnSpLocks/>
          </p:cNvCxnSpPr>
          <p:nvPr/>
        </p:nvCxnSpPr>
        <p:spPr>
          <a:xfrm>
            <a:off x="3385127" y="5200073"/>
            <a:ext cx="21969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9F7CDD0-BAE9-FB0C-7858-EE427AE09C91}"/>
              </a:ext>
            </a:extLst>
          </p:cNvPr>
          <p:cNvSpPr txBox="1"/>
          <p:nvPr/>
        </p:nvSpPr>
        <p:spPr>
          <a:xfrm>
            <a:off x="3846946" y="775854"/>
            <a:ext cx="4498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問題の</a:t>
            </a:r>
            <a:r>
              <a:rPr lang="ja-JP" altLang="en-US" sz="4400" dirty="0"/>
              <a:t>ある</a:t>
            </a:r>
            <a:r>
              <a:rPr kumimoji="1" lang="ja-JP" altLang="en-US" sz="4400" dirty="0"/>
              <a:t>挙動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69FB006-1F92-557F-CB33-BF9455E6DCF8}"/>
              </a:ext>
            </a:extLst>
          </p:cNvPr>
          <p:cNvSpPr txBox="1"/>
          <p:nvPr/>
        </p:nvSpPr>
        <p:spPr>
          <a:xfrm>
            <a:off x="1307543" y="355830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スレッディング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02DA878-B2D4-9D69-0D33-567FA512221C}"/>
              </a:ext>
            </a:extLst>
          </p:cNvPr>
          <p:cNvSpPr txBox="1"/>
          <p:nvPr/>
        </p:nvSpPr>
        <p:spPr>
          <a:xfrm>
            <a:off x="1893668" y="501540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録音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ED1F85C-D28E-5961-B773-C8B4728EFC08}"/>
              </a:ext>
            </a:extLst>
          </p:cNvPr>
          <p:cNvSpPr txBox="1"/>
          <p:nvPr/>
        </p:nvSpPr>
        <p:spPr>
          <a:xfrm>
            <a:off x="3108036" y="2797463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0sec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660F805-5F51-AE3C-5AD3-7CFA97284AA8}"/>
              </a:ext>
            </a:extLst>
          </p:cNvPr>
          <p:cNvSpPr txBox="1"/>
          <p:nvPr/>
        </p:nvSpPr>
        <p:spPr>
          <a:xfrm>
            <a:off x="8053377" y="2897848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30sec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E963FC1-6299-6371-3CD5-77C049A7E9C9}"/>
              </a:ext>
            </a:extLst>
          </p:cNvPr>
          <p:cNvSpPr txBox="1"/>
          <p:nvPr/>
        </p:nvSpPr>
        <p:spPr>
          <a:xfrm>
            <a:off x="4081106" y="5606595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14sec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F00AE2A4-B028-0517-9EFD-EE357811928E}"/>
              </a:ext>
            </a:extLst>
          </p:cNvPr>
          <p:cNvCxnSpPr>
            <a:cxnSpLocks/>
          </p:cNvCxnSpPr>
          <p:nvPr/>
        </p:nvCxnSpPr>
        <p:spPr>
          <a:xfrm>
            <a:off x="5582115" y="5200073"/>
            <a:ext cx="21969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F12D6DC-A397-5C92-5DFB-D8E2193AFE48}"/>
              </a:ext>
            </a:extLst>
          </p:cNvPr>
          <p:cNvCxnSpPr>
            <a:cxnSpLocks/>
          </p:cNvCxnSpPr>
          <p:nvPr/>
        </p:nvCxnSpPr>
        <p:spPr>
          <a:xfrm>
            <a:off x="7759912" y="5200073"/>
            <a:ext cx="21969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A43C488-D277-938F-BC77-BFD80B284158}"/>
              </a:ext>
            </a:extLst>
          </p:cNvPr>
          <p:cNvSpPr txBox="1"/>
          <p:nvPr/>
        </p:nvSpPr>
        <p:spPr>
          <a:xfrm>
            <a:off x="6278094" y="5606595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14sec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383C13-C734-7F14-E7E6-4F52890EED85}"/>
              </a:ext>
            </a:extLst>
          </p:cNvPr>
          <p:cNvSpPr txBox="1"/>
          <p:nvPr/>
        </p:nvSpPr>
        <p:spPr>
          <a:xfrm>
            <a:off x="8475082" y="5602039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14sec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599278-5FCC-023D-4707-A08E5D63074C}"/>
              </a:ext>
            </a:extLst>
          </p:cNvPr>
          <p:cNvSpPr txBox="1"/>
          <p:nvPr/>
        </p:nvSpPr>
        <p:spPr>
          <a:xfrm>
            <a:off x="9716654" y="4646075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42</a:t>
            </a:r>
            <a:r>
              <a:rPr kumimoji="1" lang="en-US" altLang="ja-JP" dirty="0"/>
              <a:t>sec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591C3A-FBB2-E858-C1A7-9DAF6DB6CBDF}"/>
              </a:ext>
            </a:extLst>
          </p:cNvPr>
          <p:cNvSpPr txBox="1"/>
          <p:nvPr/>
        </p:nvSpPr>
        <p:spPr>
          <a:xfrm>
            <a:off x="1885724" y="4286858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録音</a:t>
            </a:r>
            <a:r>
              <a:rPr lang="en-US" altLang="ja-JP" dirty="0"/>
              <a:t>A</a:t>
            </a:r>
            <a:endParaRPr kumimoji="1" lang="ja-JP" altLang="en-US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AF4640C9-22DA-FD05-7A84-E4D5936E3A2A}"/>
              </a:ext>
            </a:extLst>
          </p:cNvPr>
          <p:cNvCxnSpPr>
            <a:cxnSpLocks/>
          </p:cNvCxnSpPr>
          <p:nvPr/>
        </p:nvCxnSpPr>
        <p:spPr>
          <a:xfrm flipH="1" flipV="1">
            <a:off x="3385127" y="4432269"/>
            <a:ext cx="6571773" cy="392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632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74-D277-76FC-B88E-B2935F6D9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1D9BA7D-57E9-E4E4-BF7C-0A75FA88B18F}"/>
              </a:ext>
            </a:extLst>
          </p:cNvPr>
          <p:cNvCxnSpPr>
            <a:cxnSpLocks/>
          </p:cNvCxnSpPr>
          <p:nvPr/>
        </p:nvCxnSpPr>
        <p:spPr>
          <a:xfrm>
            <a:off x="2522794" y="3192380"/>
            <a:ext cx="0" cy="15147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30A3A1F-6FE2-B4FF-DF7B-517B44AE6CB4}"/>
              </a:ext>
            </a:extLst>
          </p:cNvPr>
          <p:cNvCxnSpPr>
            <a:cxnSpLocks/>
          </p:cNvCxnSpPr>
          <p:nvPr/>
        </p:nvCxnSpPr>
        <p:spPr>
          <a:xfrm>
            <a:off x="2522794" y="3931290"/>
            <a:ext cx="21969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679D53A-77AF-8261-046C-3C468A31BA9D}"/>
              </a:ext>
            </a:extLst>
          </p:cNvPr>
          <p:cNvSpPr txBox="1"/>
          <p:nvPr/>
        </p:nvSpPr>
        <p:spPr>
          <a:xfrm>
            <a:off x="3432451" y="794327"/>
            <a:ext cx="5454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スレッディング無し</a:t>
            </a:r>
            <a:endParaRPr kumimoji="1" lang="ja-JP" altLang="en-US" sz="4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6D3FF93-AA03-7583-7872-50B952F50DEA}"/>
              </a:ext>
            </a:extLst>
          </p:cNvPr>
          <p:cNvSpPr txBox="1"/>
          <p:nvPr/>
        </p:nvSpPr>
        <p:spPr>
          <a:xfrm>
            <a:off x="1031335" y="37466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録音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AE5C598-E4EC-43C4-B220-9F0CF9C3FF86}"/>
              </a:ext>
            </a:extLst>
          </p:cNvPr>
          <p:cNvSpPr txBox="1"/>
          <p:nvPr/>
        </p:nvSpPr>
        <p:spPr>
          <a:xfrm>
            <a:off x="2184400" y="2742045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0sec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7B6E06C-020A-C465-F0AD-1EFC74A7DA38}"/>
              </a:ext>
            </a:extLst>
          </p:cNvPr>
          <p:cNvSpPr txBox="1"/>
          <p:nvPr/>
        </p:nvSpPr>
        <p:spPr>
          <a:xfrm>
            <a:off x="3218773" y="4337812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14sec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81833F56-18F2-75E3-3065-697F858859BA}"/>
              </a:ext>
            </a:extLst>
          </p:cNvPr>
          <p:cNvCxnSpPr>
            <a:cxnSpLocks/>
          </p:cNvCxnSpPr>
          <p:nvPr/>
        </p:nvCxnSpPr>
        <p:spPr>
          <a:xfrm>
            <a:off x="4719782" y="3931290"/>
            <a:ext cx="21969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2D28812E-E65D-F077-EC83-711E9C601AFE}"/>
              </a:ext>
            </a:extLst>
          </p:cNvPr>
          <p:cNvCxnSpPr>
            <a:cxnSpLocks/>
          </p:cNvCxnSpPr>
          <p:nvPr/>
        </p:nvCxnSpPr>
        <p:spPr>
          <a:xfrm>
            <a:off x="6897579" y="3931290"/>
            <a:ext cx="21969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89D62D-23F9-8015-CC8C-49F4EF6F6C83}"/>
              </a:ext>
            </a:extLst>
          </p:cNvPr>
          <p:cNvSpPr txBox="1"/>
          <p:nvPr/>
        </p:nvSpPr>
        <p:spPr>
          <a:xfrm>
            <a:off x="5415761" y="4337812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14sec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A001D92-DFAB-D8A5-D3DE-FB27AFEB71C9}"/>
              </a:ext>
            </a:extLst>
          </p:cNvPr>
          <p:cNvSpPr txBox="1"/>
          <p:nvPr/>
        </p:nvSpPr>
        <p:spPr>
          <a:xfrm>
            <a:off x="7333673" y="2893384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不具合時</a:t>
            </a:r>
            <a:r>
              <a:rPr lang="ja-JP" altLang="en-US" dirty="0"/>
              <a:t>終わらない可能性あり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B55378-9B1F-5BB1-DD3C-4BD4376C17BF}"/>
              </a:ext>
            </a:extLst>
          </p:cNvPr>
          <p:cNvSpPr txBox="1"/>
          <p:nvPr/>
        </p:nvSpPr>
        <p:spPr>
          <a:xfrm>
            <a:off x="7375344" y="3631085"/>
            <a:ext cx="639919" cy="63735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dist">
              <a:lnSpc>
                <a:spcPts val="1000"/>
              </a:lnSpc>
            </a:pPr>
            <a:r>
              <a:rPr kumimoji="1" lang="en-US" altLang="ja-JP" sz="6000" dirty="0"/>
              <a:t>~</a:t>
            </a:r>
          </a:p>
          <a:p>
            <a:pPr algn="dist">
              <a:lnSpc>
                <a:spcPts val="1000"/>
              </a:lnSpc>
            </a:pPr>
            <a:r>
              <a:rPr lang="en-US" altLang="ja-JP" sz="6000" dirty="0"/>
              <a:t>~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4627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B577D-1E2E-4E6A-AEE3-2EEA78AE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8E5F8DF-CED3-9D36-E05C-DC83E53022B1}"/>
              </a:ext>
            </a:extLst>
          </p:cNvPr>
          <p:cNvSpPr txBox="1"/>
          <p:nvPr/>
        </p:nvSpPr>
        <p:spPr>
          <a:xfrm>
            <a:off x="5104345" y="489527"/>
            <a:ext cx="19833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改善案</a:t>
            </a:r>
            <a:endParaRPr kumimoji="1" lang="ja-JP" altLang="en-US" sz="4400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126A004-3007-6856-F19B-491CB4978725}"/>
              </a:ext>
            </a:extLst>
          </p:cNvPr>
          <p:cNvCxnSpPr/>
          <p:nvPr/>
        </p:nvCxnSpPr>
        <p:spPr>
          <a:xfrm>
            <a:off x="6096000" y="2346036"/>
            <a:ext cx="0" cy="41933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DB94E-6FEB-7E77-7508-E38EF0C83FB7}"/>
              </a:ext>
            </a:extLst>
          </p:cNvPr>
          <p:cNvCxnSpPr/>
          <p:nvPr/>
        </p:nvCxnSpPr>
        <p:spPr>
          <a:xfrm>
            <a:off x="1690255" y="3334327"/>
            <a:ext cx="0" cy="20042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C7CA136-7C37-AD60-545D-F0231A367249}"/>
              </a:ext>
            </a:extLst>
          </p:cNvPr>
          <p:cNvCxnSpPr>
            <a:cxnSpLocks/>
          </p:cNvCxnSpPr>
          <p:nvPr/>
        </p:nvCxnSpPr>
        <p:spPr>
          <a:xfrm>
            <a:off x="1690255" y="3768436"/>
            <a:ext cx="32973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F9B77BC2-8D76-128E-CCA9-00B40C16EFAF}"/>
              </a:ext>
            </a:extLst>
          </p:cNvPr>
          <p:cNvCxnSpPr/>
          <p:nvPr/>
        </p:nvCxnSpPr>
        <p:spPr>
          <a:xfrm>
            <a:off x="1690255" y="4950691"/>
            <a:ext cx="895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295A1460-CDC8-222E-BCC1-92116C02E35A}"/>
              </a:ext>
            </a:extLst>
          </p:cNvPr>
          <p:cNvCxnSpPr/>
          <p:nvPr/>
        </p:nvCxnSpPr>
        <p:spPr>
          <a:xfrm>
            <a:off x="2586182" y="4950691"/>
            <a:ext cx="895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3437700C-D955-9607-15AE-19149E58713E}"/>
              </a:ext>
            </a:extLst>
          </p:cNvPr>
          <p:cNvCxnSpPr/>
          <p:nvPr/>
        </p:nvCxnSpPr>
        <p:spPr>
          <a:xfrm>
            <a:off x="3482109" y="4950691"/>
            <a:ext cx="895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CE2575A-DB2E-479F-BE37-7E4B5281BC1B}"/>
              </a:ext>
            </a:extLst>
          </p:cNvPr>
          <p:cNvSpPr txBox="1"/>
          <p:nvPr/>
        </p:nvSpPr>
        <p:spPr>
          <a:xfrm>
            <a:off x="110563" y="3614547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スレッディング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E1D7E02-B392-1639-95B2-3D335D469A59}"/>
              </a:ext>
            </a:extLst>
          </p:cNvPr>
          <p:cNvSpPr txBox="1"/>
          <p:nvPr/>
        </p:nvSpPr>
        <p:spPr>
          <a:xfrm>
            <a:off x="559404" y="479680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録音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8DB2D7D-C128-9C39-4880-59CD46038EFA}"/>
              </a:ext>
            </a:extLst>
          </p:cNvPr>
          <p:cNvSpPr txBox="1"/>
          <p:nvPr/>
        </p:nvSpPr>
        <p:spPr>
          <a:xfrm>
            <a:off x="4627418" y="315883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30sec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02E645E-8A02-90A6-4A03-9BFE575ECB66}"/>
              </a:ext>
            </a:extLst>
          </p:cNvPr>
          <p:cNvSpPr txBox="1"/>
          <p:nvPr/>
        </p:nvSpPr>
        <p:spPr>
          <a:xfrm>
            <a:off x="2138218" y="241992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既存のシステム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FA54F70-9809-9EEB-658B-B5624EAEA0AB}"/>
              </a:ext>
            </a:extLst>
          </p:cNvPr>
          <p:cNvSpPr txBox="1"/>
          <p:nvPr/>
        </p:nvSpPr>
        <p:spPr>
          <a:xfrm>
            <a:off x="2364731" y="577291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固定時間式</a:t>
            </a:r>
            <a:endParaRPr kumimoji="1" lang="ja-JP" altLang="en-US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5795F3F-CC8D-6395-C4C5-675E991B5711}"/>
              </a:ext>
            </a:extLst>
          </p:cNvPr>
          <p:cNvCxnSpPr/>
          <p:nvPr/>
        </p:nvCxnSpPr>
        <p:spPr>
          <a:xfrm>
            <a:off x="7703401" y="3334327"/>
            <a:ext cx="0" cy="20042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8FF700D2-AF1A-266D-19E8-0591966C152B}"/>
              </a:ext>
            </a:extLst>
          </p:cNvPr>
          <p:cNvCxnSpPr>
            <a:cxnSpLocks/>
          </p:cNvCxnSpPr>
          <p:nvPr/>
        </p:nvCxnSpPr>
        <p:spPr>
          <a:xfrm>
            <a:off x="7703401" y="3768436"/>
            <a:ext cx="895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7C14912B-0D90-3457-4710-78F971973630}"/>
              </a:ext>
            </a:extLst>
          </p:cNvPr>
          <p:cNvCxnSpPr/>
          <p:nvPr/>
        </p:nvCxnSpPr>
        <p:spPr>
          <a:xfrm>
            <a:off x="7703401" y="4950691"/>
            <a:ext cx="895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C962900-1518-15BD-70E9-2F5D3E4666D9}"/>
              </a:ext>
            </a:extLst>
          </p:cNvPr>
          <p:cNvCxnSpPr/>
          <p:nvPr/>
        </p:nvCxnSpPr>
        <p:spPr>
          <a:xfrm>
            <a:off x="8599328" y="4950691"/>
            <a:ext cx="895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D44DE92D-B4BE-9307-1C9F-8C13B2F2A99E}"/>
              </a:ext>
            </a:extLst>
          </p:cNvPr>
          <p:cNvCxnSpPr/>
          <p:nvPr/>
        </p:nvCxnSpPr>
        <p:spPr>
          <a:xfrm>
            <a:off x="9495255" y="4950691"/>
            <a:ext cx="895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A36A867-5C75-0A0D-2E8B-F6A094B218CE}"/>
              </a:ext>
            </a:extLst>
          </p:cNvPr>
          <p:cNvSpPr txBox="1"/>
          <p:nvPr/>
        </p:nvSpPr>
        <p:spPr>
          <a:xfrm>
            <a:off x="6123709" y="3614547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スレッディング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4D7D860-8E79-AB4B-FB50-01A37D87AA21}"/>
              </a:ext>
            </a:extLst>
          </p:cNvPr>
          <p:cNvSpPr txBox="1"/>
          <p:nvPr/>
        </p:nvSpPr>
        <p:spPr>
          <a:xfrm>
            <a:off x="6572550" y="479680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録音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7460C69-F388-762D-1B3C-90D25435867B}"/>
              </a:ext>
            </a:extLst>
          </p:cNvPr>
          <p:cNvSpPr txBox="1"/>
          <p:nvPr/>
        </p:nvSpPr>
        <p:spPr>
          <a:xfrm>
            <a:off x="10977258" y="321508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30sec</a:t>
            </a:r>
            <a:endParaRPr kumimoji="1" lang="ja-JP" altLang="en-US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84F6C7F-723D-A957-0DFE-C25892F2B75D}"/>
              </a:ext>
            </a:extLst>
          </p:cNvPr>
          <p:cNvSpPr txBox="1"/>
          <p:nvPr/>
        </p:nvSpPr>
        <p:spPr>
          <a:xfrm>
            <a:off x="8151364" y="24199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改善したシステム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28057F4-9B34-D018-13F5-49F78F10284F}"/>
              </a:ext>
            </a:extLst>
          </p:cNvPr>
          <p:cNvSpPr txBox="1"/>
          <p:nvPr/>
        </p:nvSpPr>
        <p:spPr>
          <a:xfrm>
            <a:off x="8377877" y="577291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動的延長式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AB02F9C3-5D54-9A8C-DEE8-25BE5BD8D811}"/>
              </a:ext>
            </a:extLst>
          </p:cNvPr>
          <p:cNvCxnSpPr>
            <a:cxnSpLocks/>
          </p:cNvCxnSpPr>
          <p:nvPr/>
        </p:nvCxnSpPr>
        <p:spPr>
          <a:xfrm>
            <a:off x="8599327" y="3768435"/>
            <a:ext cx="895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1C013D3E-C76C-84B9-86AA-65B23850DDC3}"/>
              </a:ext>
            </a:extLst>
          </p:cNvPr>
          <p:cNvCxnSpPr>
            <a:cxnSpLocks/>
          </p:cNvCxnSpPr>
          <p:nvPr/>
        </p:nvCxnSpPr>
        <p:spPr>
          <a:xfrm>
            <a:off x="9495255" y="3769732"/>
            <a:ext cx="1996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3D2F082B-A298-5755-DF2F-48E87E28C34B}"/>
              </a:ext>
            </a:extLst>
          </p:cNvPr>
          <p:cNvCxnSpPr/>
          <p:nvPr/>
        </p:nvCxnSpPr>
        <p:spPr>
          <a:xfrm>
            <a:off x="9495254" y="3429000"/>
            <a:ext cx="0" cy="619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30DF858-DC78-0FFD-7044-D5F43063862E}"/>
              </a:ext>
            </a:extLst>
          </p:cNvPr>
          <p:cNvSpPr txBox="1"/>
          <p:nvPr/>
        </p:nvSpPr>
        <p:spPr>
          <a:xfrm>
            <a:off x="7369550" y="2940293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0sec</a:t>
            </a:r>
            <a:endParaRPr kumimoji="1" lang="ja-JP" altLang="en-US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04DDB59-099F-4F62-4C9A-24810BD92A8A}"/>
              </a:ext>
            </a:extLst>
          </p:cNvPr>
          <p:cNvSpPr txBox="1"/>
          <p:nvPr/>
        </p:nvSpPr>
        <p:spPr>
          <a:xfrm>
            <a:off x="9446732" y="32279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0sec</a:t>
            </a:r>
            <a:endParaRPr kumimoji="1" lang="ja-JP" altLang="en-US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84DDFAF-8A11-B515-32C2-76ABE1991D57}"/>
              </a:ext>
            </a:extLst>
          </p:cNvPr>
          <p:cNvSpPr txBox="1"/>
          <p:nvPr/>
        </p:nvSpPr>
        <p:spPr>
          <a:xfrm>
            <a:off x="1351861" y="2979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0sec</a:t>
            </a:r>
            <a:endParaRPr kumimoji="1" lang="ja-JP" altLang="en-US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31266D4A-A5FF-60D6-3850-61F669E4E27E}"/>
              </a:ext>
            </a:extLst>
          </p:cNvPr>
          <p:cNvSpPr txBox="1"/>
          <p:nvPr/>
        </p:nvSpPr>
        <p:spPr>
          <a:xfrm>
            <a:off x="8450012" y="5229083"/>
            <a:ext cx="185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</a:t>
            </a:r>
            <a:r>
              <a:rPr lang="ja-JP" altLang="en-US" dirty="0"/>
              <a:t>録音最大</a:t>
            </a:r>
            <a:r>
              <a:rPr lang="en-US" altLang="ja-JP" dirty="0"/>
              <a:t>10sec</a:t>
            </a:r>
            <a:endParaRPr kumimoji="1" lang="ja-JP" altLang="en-US" dirty="0"/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38AC3A00-5C90-4803-5A43-12761759269D}"/>
              </a:ext>
            </a:extLst>
          </p:cNvPr>
          <p:cNvCxnSpPr/>
          <p:nvPr/>
        </p:nvCxnSpPr>
        <p:spPr>
          <a:xfrm>
            <a:off x="8599327" y="3429000"/>
            <a:ext cx="0" cy="619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43AFDB3-5FBE-55E8-4AA1-323D7A95F957}"/>
              </a:ext>
            </a:extLst>
          </p:cNvPr>
          <p:cNvSpPr txBox="1"/>
          <p:nvPr/>
        </p:nvSpPr>
        <p:spPr>
          <a:xfrm>
            <a:off x="8617416" y="32279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0sec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88702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66</Words>
  <Application>Microsoft Office PowerPoint</Application>
  <PresentationFormat>ワイド画面</PresentationFormat>
  <Paragraphs>43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2CDA1218</dc:creator>
  <cp:lastModifiedBy>2CDA1218</cp:lastModifiedBy>
  <cp:revision>2</cp:revision>
  <dcterms:created xsi:type="dcterms:W3CDTF">2025-07-17T04:46:44Z</dcterms:created>
  <dcterms:modified xsi:type="dcterms:W3CDTF">2025-07-17T07:21:19Z</dcterms:modified>
</cp:coreProperties>
</file>