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25C9BA-FFAA-A0EF-DB80-33C48CFFF13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6A1A737-17E1-56EE-EA05-11239CF074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F7052DF-FA4A-5721-229C-84E20BE22C71}"/>
              </a:ext>
            </a:extLst>
          </p:cNvPr>
          <p:cNvSpPr>
            <a:spLocks noGrp="1"/>
          </p:cNvSpPr>
          <p:nvPr>
            <p:ph type="dt" sz="half" idx="10"/>
          </p:nvPr>
        </p:nvSpPr>
        <p:spPr/>
        <p:txBody>
          <a:bodyPr/>
          <a:lstStyle/>
          <a:p>
            <a:fld id="{B2524B40-9526-41B5-AB09-D0E4920CB0A9}" type="datetimeFigureOut">
              <a:rPr kumimoji="1" lang="ja-JP" altLang="en-US" smtClean="0"/>
              <a:t>2025/10/9</a:t>
            </a:fld>
            <a:endParaRPr kumimoji="1" lang="ja-JP" altLang="en-US"/>
          </a:p>
        </p:txBody>
      </p:sp>
      <p:sp>
        <p:nvSpPr>
          <p:cNvPr id="5" name="フッター プレースホルダー 4">
            <a:extLst>
              <a:ext uri="{FF2B5EF4-FFF2-40B4-BE49-F238E27FC236}">
                <a16:creationId xmlns:a16="http://schemas.microsoft.com/office/drawing/2014/main" id="{EB24D2B2-B4E5-9F25-976B-11EF6FD2E68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BEEFB0D-9DEE-23E9-B0FC-10125596AD84}"/>
              </a:ext>
            </a:extLst>
          </p:cNvPr>
          <p:cNvSpPr>
            <a:spLocks noGrp="1"/>
          </p:cNvSpPr>
          <p:nvPr>
            <p:ph type="sldNum" sz="quarter" idx="12"/>
          </p:nvPr>
        </p:nvSpPr>
        <p:spPr/>
        <p:txBody>
          <a:bodyPr/>
          <a:lstStyle/>
          <a:p>
            <a:fld id="{579A2DD9-1F94-4376-BC46-6E0DF5A9BB04}" type="slidenum">
              <a:rPr kumimoji="1" lang="ja-JP" altLang="en-US" smtClean="0"/>
              <a:t>‹#›</a:t>
            </a:fld>
            <a:endParaRPr kumimoji="1" lang="ja-JP" altLang="en-US"/>
          </a:p>
        </p:txBody>
      </p:sp>
    </p:spTree>
    <p:extLst>
      <p:ext uri="{BB962C8B-B14F-4D97-AF65-F5344CB8AC3E}">
        <p14:creationId xmlns:p14="http://schemas.microsoft.com/office/powerpoint/2010/main" val="804364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A90FCF-FA57-8AEC-63A2-2599839D8E0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0C4765B-BA71-CB7D-A2AD-9D7D207219E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9BE1F93-6997-B4FB-2102-0197F912AE89}"/>
              </a:ext>
            </a:extLst>
          </p:cNvPr>
          <p:cNvSpPr>
            <a:spLocks noGrp="1"/>
          </p:cNvSpPr>
          <p:nvPr>
            <p:ph type="dt" sz="half" idx="10"/>
          </p:nvPr>
        </p:nvSpPr>
        <p:spPr/>
        <p:txBody>
          <a:bodyPr/>
          <a:lstStyle/>
          <a:p>
            <a:fld id="{B2524B40-9526-41B5-AB09-D0E4920CB0A9}" type="datetimeFigureOut">
              <a:rPr kumimoji="1" lang="ja-JP" altLang="en-US" smtClean="0"/>
              <a:t>2025/10/9</a:t>
            </a:fld>
            <a:endParaRPr kumimoji="1" lang="ja-JP" altLang="en-US"/>
          </a:p>
        </p:txBody>
      </p:sp>
      <p:sp>
        <p:nvSpPr>
          <p:cNvPr id="5" name="フッター プレースホルダー 4">
            <a:extLst>
              <a:ext uri="{FF2B5EF4-FFF2-40B4-BE49-F238E27FC236}">
                <a16:creationId xmlns:a16="http://schemas.microsoft.com/office/drawing/2014/main" id="{0B6FBF88-1C76-C257-FC6E-83E78135E65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D349746-9632-978B-D22E-5886A490CB1C}"/>
              </a:ext>
            </a:extLst>
          </p:cNvPr>
          <p:cNvSpPr>
            <a:spLocks noGrp="1"/>
          </p:cNvSpPr>
          <p:nvPr>
            <p:ph type="sldNum" sz="quarter" idx="12"/>
          </p:nvPr>
        </p:nvSpPr>
        <p:spPr/>
        <p:txBody>
          <a:bodyPr/>
          <a:lstStyle/>
          <a:p>
            <a:fld id="{579A2DD9-1F94-4376-BC46-6E0DF5A9BB04}" type="slidenum">
              <a:rPr kumimoji="1" lang="ja-JP" altLang="en-US" smtClean="0"/>
              <a:t>‹#›</a:t>
            </a:fld>
            <a:endParaRPr kumimoji="1" lang="ja-JP" altLang="en-US"/>
          </a:p>
        </p:txBody>
      </p:sp>
    </p:spTree>
    <p:extLst>
      <p:ext uri="{BB962C8B-B14F-4D97-AF65-F5344CB8AC3E}">
        <p14:creationId xmlns:p14="http://schemas.microsoft.com/office/powerpoint/2010/main" val="746483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A874C5-0520-49E8-997B-42D9D4A8E4C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CDB816D-6BB0-FD58-FF2F-34F6FE29D1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FD59211-2D46-283B-0E05-E8C74A7EF3D7}"/>
              </a:ext>
            </a:extLst>
          </p:cNvPr>
          <p:cNvSpPr>
            <a:spLocks noGrp="1"/>
          </p:cNvSpPr>
          <p:nvPr>
            <p:ph type="dt" sz="half" idx="10"/>
          </p:nvPr>
        </p:nvSpPr>
        <p:spPr/>
        <p:txBody>
          <a:bodyPr/>
          <a:lstStyle/>
          <a:p>
            <a:fld id="{B2524B40-9526-41B5-AB09-D0E4920CB0A9}" type="datetimeFigureOut">
              <a:rPr kumimoji="1" lang="ja-JP" altLang="en-US" smtClean="0"/>
              <a:t>2025/10/9</a:t>
            </a:fld>
            <a:endParaRPr kumimoji="1" lang="ja-JP" altLang="en-US"/>
          </a:p>
        </p:txBody>
      </p:sp>
      <p:sp>
        <p:nvSpPr>
          <p:cNvPr id="5" name="フッター プレースホルダー 4">
            <a:extLst>
              <a:ext uri="{FF2B5EF4-FFF2-40B4-BE49-F238E27FC236}">
                <a16:creationId xmlns:a16="http://schemas.microsoft.com/office/drawing/2014/main" id="{A0F14CCB-915A-F7D5-D9A7-B33F9DDA1B9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42746ED-95F0-D317-AE6E-3886AAA6DD50}"/>
              </a:ext>
            </a:extLst>
          </p:cNvPr>
          <p:cNvSpPr>
            <a:spLocks noGrp="1"/>
          </p:cNvSpPr>
          <p:nvPr>
            <p:ph type="sldNum" sz="quarter" idx="12"/>
          </p:nvPr>
        </p:nvSpPr>
        <p:spPr/>
        <p:txBody>
          <a:bodyPr/>
          <a:lstStyle/>
          <a:p>
            <a:fld id="{579A2DD9-1F94-4376-BC46-6E0DF5A9BB04}" type="slidenum">
              <a:rPr kumimoji="1" lang="ja-JP" altLang="en-US" smtClean="0"/>
              <a:t>‹#›</a:t>
            </a:fld>
            <a:endParaRPr kumimoji="1" lang="ja-JP" altLang="en-US"/>
          </a:p>
        </p:txBody>
      </p:sp>
    </p:spTree>
    <p:extLst>
      <p:ext uri="{BB962C8B-B14F-4D97-AF65-F5344CB8AC3E}">
        <p14:creationId xmlns:p14="http://schemas.microsoft.com/office/powerpoint/2010/main" val="1479156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6A6F8B-40F2-FCB0-5892-68925F53C72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39C2339-52FE-915C-1CF8-9AD909DFD2F8}"/>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9E4EA6E-9F52-0FE3-63B7-AF1172C34F5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17E8CDA-5141-B5E2-9A2B-E0B9D623DE7D}"/>
              </a:ext>
            </a:extLst>
          </p:cNvPr>
          <p:cNvSpPr>
            <a:spLocks noGrp="1"/>
          </p:cNvSpPr>
          <p:nvPr>
            <p:ph type="dt" sz="half" idx="10"/>
          </p:nvPr>
        </p:nvSpPr>
        <p:spPr/>
        <p:txBody>
          <a:bodyPr/>
          <a:lstStyle/>
          <a:p>
            <a:fld id="{B2524B40-9526-41B5-AB09-D0E4920CB0A9}" type="datetimeFigureOut">
              <a:rPr kumimoji="1" lang="ja-JP" altLang="en-US" smtClean="0"/>
              <a:t>2025/10/9</a:t>
            </a:fld>
            <a:endParaRPr kumimoji="1" lang="ja-JP" altLang="en-US"/>
          </a:p>
        </p:txBody>
      </p:sp>
      <p:sp>
        <p:nvSpPr>
          <p:cNvPr id="6" name="フッター プレースホルダー 5">
            <a:extLst>
              <a:ext uri="{FF2B5EF4-FFF2-40B4-BE49-F238E27FC236}">
                <a16:creationId xmlns:a16="http://schemas.microsoft.com/office/drawing/2014/main" id="{D9D42B3C-23CD-1C7D-2C8C-28348E075EA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7AE135-8A6D-75F2-A24B-465F8428F1B5}"/>
              </a:ext>
            </a:extLst>
          </p:cNvPr>
          <p:cNvSpPr>
            <a:spLocks noGrp="1"/>
          </p:cNvSpPr>
          <p:nvPr>
            <p:ph type="sldNum" sz="quarter" idx="12"/>
          </p:nvPr>
        </p:nvSpPr>
        <p:spPr/>
        <p:txBody>
          <a:bodyPr/>
          <a:lstStyle/>
          <a:p>
            <a:fld id="{579A2DD9-1F94-4376-BC46-6E0DF5A9BB04}" type="slidenum">
              <a:rPr kumimoji="1" lang="ja-JP" altLang="en-US" smtClean="0"/>
              <a:t>‹#›</a:t>
            </a:fld>
            <a:endParaRPr kumimoji="1" lang="ja-JP" altLang="en-US"/>
          </a:p>
        </p:txBody>
      </p:sp>
    </p:spTree>
    <p:extLst>
      <p:ext uri="{BB962C8B-B14F-4D97-AF65-F5344CB8AC3E}">
        <p14:creationId xmlns:p14="http://schemas.microsoft.com/office/powerpoint/2010/main" val="3258752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9113BF-51BA-B70A-9E2E-96F7032DBCF5}"/>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B9EF043-14C9-FEC5-6467-3E14207CD2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B9F8DD8-5982-142A-6183-E6888A22F0F2}"/>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3690993-BEE3-9123-68A9-54FA2B6D18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6273898-FD14-D3F1-A1E1-F01D93044FE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A8EEAC3-6024-99D5-EC4E-B438DF073304}"/>
              </a:ext>
            </a:extLst>
          </p:cNvPr>
          <p:cNvSpPr>
            <a:spLocks noGrp="1"/>
          </p:cNvSpPr>
          <p:nvPr>
            <p:ph type="dt" sz="half" idx="10"/>
          </p:nvPr>
        </p:nvSpPr>
        <p:spPr/>
        <p:txBody>
          <a:bodyPr/>
          <a:lstStyle/>
          <a:p>
            <a:fld id="{B2524B40-9526-41B5-AB09-D0E4920CB0A9}" type="datetimeFigureOut">
              <a:rPr kumimoji="1" lang="ja-JP" altLang="en-US" smtClean="0"/>
              <a:t>2025/10/9</a:t>
            </a:fld>
            <a:endParaRPr kumimoji="1" lang="ja-JP" altLang="en-US"/>
          </a:p>
        </p:txBody>
      </p:sp>
      <p:sp>
        <p:nvSpPr>
          <p:cNvPr id="8" name="フッター プレースホルダー 7">
            <a:extLst>
              <a:ext uri="{FF2B5EF4-FFF2-40B4-BE49-F238E27FC236}">
                <a16:creationId xmlns:a16="http://schemas.microsoft.com/office/drawing/2014/main" id="{0191BBD5-C0EC-230D-3E0B-E08CF373DC74}"/>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F682EE0-4FA4-F3BA-CAFF-CA85753D27E5}"/>
              </a:ext>
            </a:extLst>
          </p:cNvPr>
          <p:cNvSpPr>
            <a:spLocks noGrp="1"/>
          </p:cNvSpPr>
          <p:nvPr>
            <p:ph type="sldNum" sz="quarter" idx="12"/>
          </p:nvPr>
        </p:nvSpPr>
        <p:spPr/>
        <p:txBody>
          <a:bodyPr/>
          <a:lstStyle/>
          <a:p>
            <a:fld id="{579A2DD9-1F94-4376-BC46-6E0DF5A9BB04}" type="slidenum">
              <a:rPr kumimoji="1" lang="ja-JP" altLang="en-US" smtClean="0"/>
              <a:t>‹#›</a:t>
            </a:fld>
            <a:endParaRPr kumimoji="1" lang="ja-JP" altLang="en-US"/>
          </a:p>
        </p:txBody>
      </p:sp>
    </p:spTree>
    <p:extLst>
      <p:ext uri="{BB962C8B-B14F-4D97-AF65-F5344CB8AC3E}">
        <p14:creationId xmlns:p14="http://schemas.microsoft.com/office/powerpoint/2010/main" val="362251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ED7102-CFDA-11B0-9561-B0A5A3C8814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0845F03-A782-A005-B5E4-590A95B28D95}"/>
              </a:ext>
            </a:extLst>
          </p:cNvPr>
          <p:cNvSpPr>
            <a:spLocks noGrp="1"/>
          </p:cNvSpPr>
          <p:nvPr>
            <p:ph type="dt" sz="half" idx="10"/>
          </p:nvPr>
        </p:nvSpPr>
        <p:spPr/>
        <p:txBody>
          <a:bodyPr/>
          <a:lstStyle/>
          <a:p>
            <a:fld id="{B2524B40-9526-41B5-AB09-D0E4920CB0A9}" type="datetimeFigureOut">
              <a:rPr kumimoji="1" lang="ja-JP" altLang="en-US" smtClean="0"/>
              <a:t>2025/10/9</a:t>
            </a:fld>
            <a:endParaRPr kumimoji="1" lang="ja-JP" altLang="en-US"/>
          </a:p>
        </p:txBody>
      </p:sp>
      <p:sp>
        <p:nvSpPr>
          <p:cNvPr id="4" name="フッター プレースホルダー 3">
            <a:extLst>
              <a:ext uri="{FF2B5EF4-FFF2-40B4-BE49-F238E27FC236}">
                <a16:creationId xmlns:a16="http://schemas.microsoft.com/office/drawing/2014/main" id="{B0C074CB-C9F3-108E-32F1-6226F5FCE98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5600B9C-55F1-55A4-C7F7-E6E056D50791}"/>
              </a:ext>
            </a:extLst>
          </p:cNvPr>
          <p:cNvSpPr>
            <a:spLocks noGrp="1"/>
          </p:cNvSpPr>
          <p:nvPr>
            <p:ph type="sldNum" sz="quarter" idx="12"/>
          </p:nvPr>
        </p:nvSpPr>
        <p:spPr/>
        <p:txBody>
          <a:bodyPr/>
          <a:lstStyle/>
          <a:p>
            <a:fld id="{579A2DD9-1F94-4376-BC46-6E0DF5A9BB04}" type="slidenum">
              <a:rPr kumimoji="1" lang="ja-JP" altLang="en-US" smtClean="0"/>
              <a:t>‹#›</a:t>
            </a:fld>
            <a:endParaRPr kumimoji="1" lang="ja-JP" altLang="en-US"/>
          </a:p>
        </p:txBody>
      </p:sp>
    </p:spTree>
    <p:extLst>
      <p:ext uri="{BB962C8B-B14F-4D97-AF65-F5344CB8AC3E}">
        <p14:creationId xmlns:p14="http://schemas.microsoft.com/office/powerpoint/2010/main" val="790184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DF89387-4AE2-82F4-06E0-C1F19AF69848}"/>
              </a:ext>
            </a:extLst>
          </p:cNvPr>
          <p:cNvSpPr>
            <a:spLocks noGrp="1"/>
          </p:cNvSpPr>
          <p:nvPr>
            <p:ph type="dt" sz="half" idx="10"/>
          </p:nvPr>
        </p:nvSpPr>
        <p:spPr/>
        <p:txBody>
          <a:bodyPr/>
          <a:lstStyle/>
          <a:p>
            <a:fld id="{B2524B40-9526-41B5-AB09-D0E4920CB0A9}" type="datetimeFigureOut">
              <a:rPr kumimoji="1" lang="ja-JP" altLang="en-US" smtClean="0"/>
              <a:t>2025/10/9</a:t>
            </a:fld>
            <a:endParaRPr kumimoji="1" lang="ja-JP" altLang="en-US"/>
          </a:p>
        </p:txBody>
      </p:sp>
      <p:sp>
        <p:nvSpPr>
          <p:cNvPr id="3" name="フッター プレースホルダー 2">
            <a:extLst>
              <a:ext uri="{FF2B5EF4-FFF2-40B4-BE49-F238E27FC236}">
                <a16:creationId xmlns:a16="http://schemas.microsoft.com/office/drawing/2014/main" id="{3B9477BE-A1E5-9484-BC08-7114DDA4554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119DD70-3D28-857B-FEBE-E77A40076D9A}"/>
              </a:ext>
            </a:extLst>
          </p:cNvPr>
          <p:cNvSpPr>
            <a:spLocks noGrp="1"/>
          </p:cNvSpPr>
          <p:nvPr>
            <p:ph type="sldNum" sz="quarter" idx="12"/>
          </p:nvPr>
        </p:nvSpPr>
        <p:spPr/>
        <p:txBody>
          <a:bodyPr/>
          <a:lstStyle/>
          <a:p>
            <a:fld id="{579A2DD9-1F94-4376-BC46-6E0DF5A9BB04}" type="slidenum">
              <a:rPr kumimoji="1" lang="ja-JP" altLang="en-US" smtClean="0"/>
              <a:t>‹#›</a:t>
            </a:fld>
            <a:endParaRPr kumimoji="1" lang="ja-JP" altLang="en-US"/>
          </a:p>
        </p:txBody>
      </p:sp>
    </p:spTree>
    <p:extLst>
      <p:ext uri="{BB962C8B-B14F-4D97-AF65-F5344CB8AC3E}">
        <p14:creationId xmlns:p14="http://schemas.microsoft.com/office/powerpoint/2010/main" val="2763373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8BFE7C-F78D-6175-80AA-5AB05659007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8C94528-8D10-57C6-B381-C9C43D2B60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C1B082B-E6E7-ED53-BBF4-966812F4D8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BF3A2A2-C455-7502-8860-E62F2BCE5B2F}"/>
              </a:ext>
            </a:extLst>
          </p:cNvPr>
          <p:cNvSpPr>
            <a:spLocks noGrp="1"/>
          </p:cNvSpPr>
          <p:nvPr>
            <p:ph type="dt" sz="half" idx="10"/>
          </p:nvPr>
        </p:nvSpPr>
        <p:spPr/>
        <p:txBody>
          <a:bodyPr/>
          <a:lstStyle/>
          <a:p>
            <a:fld id="{B2524B40-9526-41B5-AB09-D0E4920CB0A9}" type="datetimeFigureOut">
              <a:rPr kumimoji="1" lang="ja-JP" altLang="en-US" smtClean="0"/>
              <a:t>2025/10/9</a:t>
            </a:fld>
            <a:endParaRPr kumimoji="1" lang="ja-JP" altLang="en-US"/>
          </a:p>
        </p:txBody>
      </p:sp>
      <p:sp>
        <p:nvSpPr>
          <p:cNvPr id="6" name="フッター プレースホルダー 5">
            <a:extLst>
              <a:ext uri="{FF2B5EF4-FFF2-40B4-BE49-F238E27FC236}">
                <a16:creationId xmlns:a16="http://schemas.microsoft.com/office/drawing/2014/main" id="{D8F4A548-4FBA-2E91-5E90-4E38F816DC8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9B2C894-4EA5-189D-AE45-836FF974CC7F}"/>
              </a:ext>
            </a:extLst>
          </p:cNvPr>
          <p:cNvSpPr>
            <a:spLocks noGrp="1"/>
          </p:cNvSpPr>
          <p:nvPr>
            <p:ph type="sldNum" sz="quarter" idx="12"/>
          </p:nvPr>
        </p:nvSpPr>
        <p:spPr/>
        <p:txBody>
          <a:bodyPr/>
          <a:lstStyle/>
          <a:p>
            <a:fld id="{579A2DD9-1F94-4376-BC46-6E0DF5A9BB04}" type="slidenum">
              <a:rPr kumimoji="1" lang="ja-JP" altLang="en-US" smtClean="0"/>
              <a:t>‹#›</a:t>
            </a:fld>
            <a:endParaRPr kumimoji="1" lang="ja-JP" altLang="en-US"/>
          </a:p>
        </p:txBody>
      </p:sp>
    </p:spTree>
    <p:extLst>
      <p:ext uri="{BB962C8B-B14F-4D97-AF65-F5344CB8AC3E}">
        <p14:creationId xmlns:p14="http://schemas.microsoft.com/office/powerpoint/2010/main" val="1226925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187586-F9C9-EBDE-F66F-B41856FA0E4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BC88882-3AEC-A966-91C2-72EC4082E4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9021827-C5C1-E89F-1596-0588C16D0E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319145B-AD7C-9C63-6311-A6FAA12015BD}"/>
              </a:ext>
            </a:extLst>
          </p:cNvPr>
          <p:cNvSpPr>
            <a:spLocks noGrp="1"/>
          </p:cNvSpPr>
          <p:nvPr>
            <p:ph type="dt" sz="half" idx="10"/>
          </p:nvPr>
        </p:nvSpPr>
        <p:spPr/>
        <p:txBody>
          <a:bodyPr/>
          <a:lstStyle/>
          <a:p>
            <a:fld id="{B2524B40-9526-41B5-AB09-D0E4920CB0A9}" type="datetimeFigureOut">
              <a:rPr kumimoji="1" lang="ja-JP" altLang="en-US" smtClean="0"/>
              <a:t>2025/10/9</a:t>
            </a:fld>
            <a:endParaRPr kumimoji="1" lang="ja-JP" altLang="en-US"/>
          </a:p>
        </p:txBody>
      </p:sp>
      <p:sp>
        <p:nvSpPr>
          <p:cNvPr id="6" name="フッター プレースホルダー 5">
            <a:extLst>
              <a:ext uri="{FF2B5EF4-FFF2-40B4-BE49-F238E27FC236}">
                <a16:creationId xmlns:a16="http://schemas.microsoft.com/office/drawing/2014/main" id="{B75CF4EB-E1F9-848E-720D-CCE88C08FE2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2CAE438-60FB-845D-4A1C-A6FAE63C551B}"/>
              </a:ext>
            </a:extLst>
          </p:cNvPr>
          <p:cNvSpPr>
            <a:spLocks noGrp="1"/>
          </p:cNvSpPr>
          <p:nvPr>
            <p:ph type="sldNum" sz="quarter" idx="12"/>
          </p:nvPr>
        </p:nvSpPr>
        <p:spPr/>
        <p:txBody>
          <a:bodyPr/>
          <a:lstStyle/>
          <a:p>
            <a:fld id="{579A2DD9-1F94-4376-BC46-6E0DF5A9BB04}" type="slidenum">
              <a:rPr kumimoji="1" lang="ja-JP" altLang="en-US" smtClean="0"/>
              <a:t>‹#›</a:t>
            </a:fld>
            <a:endParaRPr kumimoji="1" lang="ja-JP" altLang="en-US"/>
          </a:p>
        </p:txBody>
      </p:sp>
    </p:spTree>
    <p:extLst>
      <p:ext uri="{BB962C8B-B14F-4D97-AF65-F5344CB8AC3E}">
        <p14:creationId xmlns:p14="http://schemas.microsoft.com/office/powerpoint/2010/main" val="1561760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D04B5C-4E11-8548-8E98-FA417160A98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E403355-396D-0F3B-EC9E-AE96D9294EF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A37EE77-4A11-2336-7BB4-58B20CE45BF8}"/>
              </a:ext>
            </a:extLst>
          </p:cNvPr>
          <p:cNvSpPr>
            <a:spLocks noGrp="1"/>
          </p:cNvSpPr>
          <p:nvPr>
            <p:ph type="dt" sz="half" idx="10"/>
          </p:nvPr>
        </p:nvSpPr>
        <p:spPr/>
        <p:txBody>
          <a:bodyPr/>
          <a:lstStyle/>
          <a:p>
            <a:fld id="{B2524B40-9526-41B5-AB09-D0E4920CB0A9}" type="datetimeFigureOut">
              <a:rPr kumimoji="1" lang="ja-JP" altLang="en-US" smtClean="0"/>
              <a:t>2025/10/9</a:t>
            </a:fld>
            <a:endParaRPr kumimoji="1" lang="ja-JP" altLang="en-US"/>
          </a:p>
        </p:txBody>
      </p:sp>
      <p:sp>
        <p:nvSpPr>
          <p:cNvPr id="5" name="フッター プレースホルダー 4">
            <a:extLst>
              <a:ext uri="{FF2B5EF4-FFF2-40B4-BE49-F238E27FC236}">
                <a16:creationId xmlns:a16="http://schemas.microsoft.com/office/drawing/2014/main" id="{DB80A3A0-DA1A-2719-D39D-DA461EEC565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03746D7-812B-6157-F497-A9BE4DEBCF13}"/>
              </a:ext>
            </a:extLst>
          </p:cNvPr>
          <p:cNvSpPr>
            <a:spLocks noGrp="1"/>
          </p:cNvSpPr>
          <p:nvPr>
            <p:ph type="sldNum" sz="quarter" idx="12"/>
          </p:nvPr>
        </p:nvSpPr>
        <p:spPr/>
        <p:txBody>
          <a:bodyPr/>
          <a:lstStyle/>
          <a:p>
            <a:fld id="{579A2DD9-1F94-4376-BC46-6E0DF5A9BB04}" type="slidenum">
              <a:rPr kumimoji="1" lang="ja-JP" altLang="en-US" smtClean="0"/>
              <a:t>‹#›</a:t>
            </a:fld>
            <a:endParaRPr kumimoji="1" lang="ja-JP" altLang="en-US"/>
          </a:p>
        </p:txBody>
      </p:sp>
    </p:spTree>
    <p:extLst>
      <p:ext uri="{BB962C8B-B14F-4D97-AF65-F5344CB8AC3E}">
        <p14:creationId xmlns:p14="http://schemas.microsoft.com/office/powerpoint/2010/main" val="2267300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D34404E-E333-5ACA-5CDC-A0C47946BF4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67D78AC-D32B-C099-079B-2D41B4FD70E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D8C0819-BDB6-140E-16D2-18577C9FBFC1}"/>
              </a:ext>
            </a:extLst>
          </p:cNvPr>
          <p:cNvSpPr>
            <a:spLocks noGrp="1"/>
          </p:cNvSpPr>
          <p:nvPr>
            <p:ph type="dt" sz="half" idx="10"/>
          </p:nvPr>
        </p:nvSpPr>
        <p:spPr/>
        <p:txBody>
          <a:bodyPr/>
          <a:lstStyle/>
          <a:p>
            <a:fld id="{B2524B40-9526-41B5-AB09-D0E4920CB0A9}" type="datetimeFigureOut">
              <a:rPr kumimoji="1" lang="ja-JP" altLang="en-US" smtClean="0"/>
              <a:t>2025/10/9</a:t>
            </a:fld>
            <a:endParaRPr kumimoji="1" lang="ja-JP" altLang="en-US"/>
          </a:p>
        </p:txBody>
      </p:sp>
      <p:sp>
        <p:nvSpPr>
          <p:cNvPr id="5" name="フッター プレースホルダー 4">
            <a:extLst>
              <a:ext uri="{FF2B5EF4-FFF2-40B4-BE49-F238E27FC236}">
                <a16:creationId xmlns:a16="http://schemas.microsoft.com/office/drawing/2014/main" id="{F209DC14-10BC-65B2-380A-59BC8E3792D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AA3BEE4-2D40-59F1-161B-A6C42D278E05}"/>
              </a:ext>
            </a:extLst>
          </p:cNvPr>
          <p:cNvSpPr>
            <a:spLocks noGrp="1"/>
          </p:cNvSpPr>
          <p:nvPr>
            <p:ph type="sldNum" sz="quarter" idx="12"/>
          </p:nvPr>
        </p:nvSpPr>
        <p:spPr/>
        <p:txBody>
          <a:bodyPr/>
          <a:lstStyle/>
          <a:p>
            <a:fld id="{579A2DD9-1F94-4376-BC46-6E0DF5A9BB04}" type="slidenum">
              <a:rPr kumimoji="1" lang="ja-JP" altLang="en-US" smtClean="0"/>
              <a:t>‹#›</a:t>
            </a:fld>
            <a:endParaRPr kumimoji="1" lang="ja-JP" altLang="en-US"/>
          </a:p>
        </p:txBody>
      </p:sp>
    </p:spTree>
    <p:extLst>
      <p:ext uri="{BB962C8B-B14F-4D97-AF65-F5344CB8AC3E}">
        <p14:creationId xmlns:p14="http://schemas.microsoft.com/office/powerpoint/2010/main" val="1822763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C91FD09-98D1-AF1C-3BFA-7072C6A31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9A50F75-80BB-7BDC-80B7-F4CC1F20B1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EBA58A1-A227-3B3B-70C0-AAB207457D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524B40-9526-41B5-AB09-D0E4920CB0A9}" type="datetimeFigureOut">
              <a:rPr kumimoji="1" lang="ja-JP" altLang="en-US" smtClean="0"/>
              <a:t>2025/10/9</a:t>
            </a:fld>
            <a:endParaRPr kumimoji="1" lang="ja-JP" altLang="en-US"/>
          </a:p>
        </p:txBody>
      </p:sp>
      <p:sp>
        <p:nvSpPr>
          <p:cNvPr id="5" name="フッター プレースホルダー 4">
            <a:extLst>
              <a:ext uri="{FF2B5EF4-FFF2-40B4-BE49-F238E27FC236}">
                <a16:creationId xmlns:a16="http://schemas.microsoft.com/office/drawing/2014/main" id="{E23D83BB-F8CD-EF57-F89A-323AB0B671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B3E5659-6D49-9958-B8D5-D417CEA6B8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9A2DD9-1F94-4376-BC46-6E0DF5A9BB04}" type="slidenum">
              <a:rPr kumimoji="1" lang="ja-JP" altLang="en-US" smtClean="0"/>
              <a:t>‹#›</a:t>
            </a:fld>
            <a:endParaRPr kumimoji="1" lang="ja-JP" altLang="en-US"/>
          </a:p>
        </p:txBody>
      </p:sp>
    </p:spTree>
    <p:extLst>
      <p:ext uri="{BB962C8B-B14F-4D97-AF65-F5344CB8AC3E}">
        <p14:creationId xmlns:p14="http://schemas.microsoft.com/office/powerpoint/2010/main" val="14395106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C6EB00-50E7-EF32-A0A9-884F8DC436FB}"/>
              </a:ext>
            </a:extLst>
          </p:cNvPr>
          <p:cNvSpPr>
            <a:spLocks noGrp="1"/>
          </p:cNvSpPr>
          <p:nvPr>
            <p:ph type="ctrTitle"/>
          </p:nvPr>
        </p:nvSpPr>
        <p:spPr/>
        <p:txBody>
          <a:bodyPr/>
          <a:lstStyle/>
          <a:p>
            <a:r>
              <a:rPr kumimoji="1" lang="ja-JP" altLang="en-US" dirty="0"/>
              <a:t>研究進捗</a:t>
            </a:r>
            <a:r>
              <a:rPr kumimoji="1" lang="en-US" altLang="ja-JP" dirty="0"/>
              <a:t>(</a:t>
            </a:r>
            <a:r>
              <a:rPr lang="en-US" altLang="ja-JP" dirty="0"/>
              <a:t>10</a:t>
            </a:r>
            <a:r>
              <a:rPr lang="ja-JP" altLang="en-US" dirty="0"/>
              <a:t>月頭まで</a:t>
            </a:r>
            <a:r>
              <a:rPr kumimoji="1" lang="en-US" altLang="ja-JP" dirty="0"/>
              <a:t>)</a:t>
            </a:r>
            <a:endParaRPr kumimoji="1" lang="ja-JP" altLang="en-US" dirty="0"/>
          </a:p>
        </p:txBody>
      </p:sp>
    </p:spTree>
    <p:extLst>
      <p:ext uri="{BB962C8B-B14F-4D97-AF65-F5344CB8AC3E}">
        <p14:creationId xmlns:p14="http://schemas.microsoft.com/office/powerpoint/2010/main" val="4132266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F80068-A9E5-AA93-01F7-5F7192846CAF}"/>
              </a:ext>
            </a:extLst>
          </p:cNvPr>
          <p:cNvSpPr>
            <a:spLocks noGrp="1"/>
          </p:cNvSpPr>
          <p:nvPr>
            <p:ph type="title"/>
          </p:nvPr>
        </p:nvSpPr>
        <p:spPr/>
        <p:txBody>
          <a:bodyPr/>
          <a:lstStyle/>
          <a:p>
            <a:r>
              <a:rPr kumimoji="1" lang="ja-JP" altLang="en-US" dirty="0"/>
              <a:t>１．現職事務員へのインタビュー</a:t>
            </a:r>
          </a:p>
        </p:txBody>
      </p:sp>
      <p:sp>
        <p:nvSpPr>
          <p:cNvPr id="3" name="コンテンツ プレースホルダー 2">
            <a:extLst>
              <a:ext uri="{FF2B5EF4-FFF2-40B4-BE49-F238E27FC236}">
                <a16:creationId xmlns:a16="http://schemas.microsoft.com/office/drawing/2014/main" id="{8D074E34-1033-FFB8-A384-6DCC39FB21B6}"/>
              </a:ext>
            </a:extLst>
          </p:cNvPr>
          <p:cNvSpPr>
            <a:spLocks noGrp="1"/>
          </p:cNvSpPr>
          <p:nvPr>
            <p:ph idx="1"/>
          </p:nvPr>
        </p:nvSpPr>
        <p:spPr/>
        <p:txBody>
          <a:bodyPr/>
          <a:lstStyle/>
          <a:p>
            <a:pPr marL="0" indent="0">
              <a:buNone/>
            </a:pPr>
            <a:r>
              <a:rPr kumimoji="1" lang="ja-JP" altLang="en-US" dirty="0"/>
              <a:t>静岡県東部地区の学校事務をやっている母にインタビュー</a:t>
            </a:r>
            <a:endParaRPr kumimoji="1" lang="en-US" altLang="ja-JP" dirty="0"/>
          </a:p>
          <a:p>
            <a:pPr marL="0" indent="0">
              <a:buNone/>
            </a:pPr>
            <a:r>
              <a:rPr lang="ja-JP" altLang="en-US" dirty="0"/>
              <a:t>質問内容：</a:t>
            </a:r>
            <a:endParaRPr lang="en-US" altLang="ja-JP" dirty="0"/>
          </a:p>
          <a:p>
            <a:pPr marL="0" indent="0">
              <a:buNone/>
            </a:pPr>
            <a:r>
              <a:rPr lang="ja-JP" altLang="en-US" dirty="0"/>
              <a:t>・電話の自動応答は一日の内どれくらい稼働していてほしいか</a:t>
            </a:r>
            <a:endParaRPr lang="en-US" altLang="ja-JP" dirty="0"/>
          </a:p>
          <a:p>
            <a:pPr marL="0" indent="0">
              <a:buNone/>
            </a:pPr>
            <a:r>
              <a:rPr kumimoji="1" lang="ja-JP" altLang="en-US" dirty="0"/>
              <a:t>・どのような電話が来るか</a:t>
            </a:r>
            <a:endParaRPr kumimoji="1" lang="en-US" altLang="ja-JP" dirty="0"/>
          </a:p>
          <a:p>
            <a:pPr marL="0" indent="0">
              <a:buNone/>
            </a:pPr>
            <a:r>
              <a:rPr lang="ja-JP" altLang="en-US" dirty="0"/>
              <a:t>・どの連絡を自動化させたいか</a:t>
            </a:r>
            <a:endParaRPr lang="en-US" altLang="ja-JP" dirty="0"/>
          </a:p>
          <a:p>
            <a:pPr marL="0" indent="0">
              <a:buNone/>
            </a:pPr>
            <a:r>
              <a:rPr kumimoji="1" lang="ja-JP" altLang="en-US" dirty="0"/>
              <a:t>・通知方法は何が良いか</a:t>
            </a:r>
            <a:endParaRPr kumimoji="1" lang="en-US" altLang="ja-JP" dirty="0"/>
          </a:p>
          <a:p>
            <a:pPr marL="0" indent="0">
              <a:buNone/>
            </a:pPr>
            <a:r>
              <a:rPr lang="ja-JP" altLang="en-US" dirty="0"/>
              <a:t>・何か要望はあるか</a:t>
            </a:r>
            <a:endParaRPr kumimoji="1" lang="ja-JP" altLang="en-US" dirty="0"/>
          </a:p>
        </p:txBody>
      </p:sp>
    </p:spTree>
    <p:extLst>
      <p:ext uri="{BB962C8B-B14F-4D97-AF65-F5344CB8AC3E}">
        <p14:creationId xmlns:p14="http://schemas.microsoft.com/office/powerpoint/2010/main" val="2956748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DE1153-D542-FDB2-E0D3-B480F0D07EEB}"/>
              </a:ext>
            </a:extLst>
          </p:cNvPr>
          <p:cNvSpPr>
            <a:spLocks noGrp="1"/>
          </p:cNvSpPr>
          <p:nvPr>
            <p:ph type="title"/>
          </p:nvPr>
        </p:nvSpPr>
        <p:spPr/>
        <p:txBody>
          <a:bodyPr>
            <a:normAutofit/>
          </a:bodyPr>
          <a:lstStyle/>
          <a:p>
            <a:r>
              <a:rPr kumimoji="1" lang="en-US" altLang="ja-JP" sz="4000" dirty="0"/>
              <a:t>Q1</a:t>
            </a:r>
            <a:r>
              <a:rPr kumimoji="1" lang="ja-JP" altLang="en-US" sz="4000" dirty="0"/>
              <a:t>．一日の内どれくらい稼働してほしいか</a:t>
            </a:r>
          </a:p>
        </p:txBody>
      </p:sp>
      <p:sp>
        <p:nvSpPr>
          <p:cNvPr id="3" name="コンテンツ プレースホルダー 2">
            <a:extLst>
              <a:ext uri="{FF2B5EF4-FFF2-40B4-BE49-F238E27FC236}">
                <a16:creationId xmlns:a16="http://schemas.microsoft.com/office/drawing/2014/main" id="{C6044CDD-4802-AEF7-1F11-A1D901E89B3B}"/>
              </a:ext>
            </a:extLst>
          </p:cNvPr>
          <p:cNvSpPr>
            <a:spLocks noGrp="1"/>
          </p:cNvSpPr>
          <p:nvPr>
            <p:ph idx="1"/>
          </p:nvPr>
        </p:nvSpPr>
        <p:spPr/>
        <p:txBody>
          <a:bodyPr/>
          <a:lstStyle/>
          <a:p>
            <a:pPr marL="0" indent="0">
              <a:buNone/>
            </a:pPr>
            <a:r>
              <a:rPr kumimoji="1" lang="en-US" altLang="ja-JP" dirty="0"/>
              <a:t>A1</a:t>
            </a:r>
            <a:r>
              <a:rPr kumimoji="1" lang="ja-JP" altLang="en-US" dirty="0"/>
              <a:t>：できることなら一日中</a:t>
            </a:r>
            <a:endParaRPr kumimoji="1" lang="en-US" altLang="ja-JP" dirty="0"/>
          </a:p>
          <a:p>
            <a:pPr marL="0" indent="0">
              <a:buNone/>
            </a:pPr>
            <a:r>
              <a:rPr lang="ja-JP" altLang="en-US" dirty="0"/>
              <a:t>朝の時間は確かに忙しいが，それ以降も動かし続けることができるのであれば対応し続けてほしい</a:t>
            </a:r>
            <a:endParaRPr kumimoji="1" lang="ja-JP" altLang="en-US" dirty="0"/>
          </a:p>
        </p:txBody>
      </p:sp>
    </p:spTree>
    <p:extLst>
      <p:ext uri="{BB962C8B-B14F-4D97-AF65-F5344CB8AC3E}">
        <p14:creationId xmlns:p14="http://schemas.microsoft.com/office/powerpoint/2010/main" val="2560341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B7D27F-32E4-3120-CD36-14777A526732}"/>
              </a:ext>
            </a:extLst>
          </p:cNvPr>
          <p:cNvSpPr>
            <a:spLocks noGrp="1"/>
          </p:cNvSpPr>
          <p:nvPr>
            <p:ph type="title"/>
          </p:nvPr>
        </p:nvSpPr>
        <p:spPr/>
        <p:txBody>
          <a:bodyPr/>
          <a:lstStyle/>
          <a:p>
            <a:r>
              <a:rPr kumimoji="1" lang="en-US" altLang="ja-JP" dirty="0"/>
              <a:t>Q2</a:t>
            </a:r>
            <a:r>
              <a:rPr kumimoji="1" lang="ja-JP" altLang="en-US" dirty="0"/>
              <a:t>．どのような電話が来るか</a:t>
            </a:r>
          </a:p>
        </p:txBody>
      </p:sp>
      <p:sp>
        <p:nvSpPr>
          <p:cNvPr id="3" name="コンテンツ プレースホルダー 2">
            <a:extLst>
              <a:ext uri="{FF2B5EF4-FFF2-40B4-BE49-F238E27FC236}">
                <a16:creationId xmlns:a16="http://schemas.microsoft.com/office/drawing/2014/main" id="{310D20C5-C289-8B5D-0BC5-6A597DD247AD}"/>
              </a:ext>
            </a:extLst>
          </p:cNvPr>
          <p:cNvSpPr>
            <a:spLocks noGrp="1"/>
          </p:cNvSpPr>
          <p:nvPr>
            <p:ph idx="1"/>
          </p:nvPr>
        </p:nvSpPr>
        <p:spPr/>
        <p:txBody>
          <a:bodyPr/>
          <a:lstStyle/>
          <a:p>
            <a:pPr marL="0" indent="0">
              <a:buNone/>
            </a:pPr>
            <a:r>
              <a:rPr kumimoji="1" lang="en-US" altLang="ja-JP" dirty="0"/>
              <a:t>A2</a:t>
            </a:r>
            <a:r>
              <a:rPr kumimoji="1" lang="ja-JP" altLang="en-US" dirty="0"/>
              <a:t>：</a:t>
            </a:r>
            <a:endParaRPr kumimoji="1" lang="en-US" altLang="ja-JP" dirty="0"/>
          </a:p>
          <a:p>
            <a:r>
              <a:rPr lang="ja-JP" altLang="en-US" dirty="0"/>
              <a:t>時間ぎりぎりの遅刻，欠席</a:t>
            </a:r>
            <a:endParaRPr lang="en-US" altLang="ja-JP" dirty="0"/>
          </a:p>
          <a:p>
            <a:r>
              <a:rPr kumimoji="1" lang="ja-JP" altLang="en-US" dirty="0"/>
              <a:t>遅刻→欠席</a:t>
            </a:r>
            <a:r>
              <a:rPr kumimoji="1" lang="en-US" altLang="ja-JP" dirty="0"/>
              <a:t>/</a:t>
            </a:r>
            <a:r>
              <a:rPr kumimoji="1" lang="ja-JP" altLang="en-US" dirty="0"/>
              <a:t>欠席→出席停止のような変更</a:t>
            </a:r>
            <a:endParaRPr kumimoji="1" lang="en-US" altLang="ja-JP" dirty="0"/>
          </a:p>
          <a:p>
            <a:r>
              <a:rPr lang="ja-JP" altLang="en-US" dirty="0"/>
              <a:t>早退関係</a:t>
            </a:r>
            <a:endParaRPr lang="en-US" altLang="ja-JP" dirty="0"/>
          </a:p>
          <a:p>
            <a:r>
              <a:rPr kumimoji="1" lang="ja-JP" altLang="en-US" dirty="0"/>
              <a:t>先生個人あての連絡</a:t>
            </a:r>
            <a:endParaRPr kumimoji="1" lang="en-US" altLang="ja-JP" dirty="0"/>
          </a:p>
          <a:p>
            <a:r>
              <a:rPr lang="ja-JP" altLang="en-US" dirty="0"/>
              <a:t>部活関係の連絡</a:t>
            </a:r>
            <a:endParaRPr lang="en-US" altLang="ja-JP" dirty="0"/>
          </a:p>
          <a:p>
            <a:r>
              <a:rPr kumimoji="1" lang="ja-JP" altLang="en-US" dirty="0"/>
              <a:t>イベント等の時間関係の質問</a:t>
            </a:r>
            <a:endParaRPr kumimoji="1" lang="en-US" altLang="ja-JP" dirty="0"/>
          </a:p>
          <a:p>
            <a:r>
              <a:rPr lang="ja-JP" altLang="en-US" dirty="0"/>
              <a:t>クレーム</a:t>
            </a:r>
            <a:endParaRPr kumimoji="1" lang="ja-JP" altLang="en-US" dirty="0"/>
          </a:p>
        </p:txBody>
      </p:sp>
    </p:spTree>
    <p:extLst>
      <p:ext uri="{BB962C8B-B14F-4D97-AF65-F5344CB8AC3E}">
        <p14:creationId xmlns:p14="http://schemas.microsoft.com/office/powerpoint/2010/main" val="597867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879D79-0041-C937-F333-92DAC24CF78E}"/>
              </a:ext>
            </a:extLst>
          </p:cNvPr>
          <p:cNvSpPr>
            <a:spLocks noGrp="1"/>
          </p:cNvSpPr>
          <p:nvPr>
            <p:ph type="title"/>
          </p:nvPr>
        </p:nvSpPr>
        <p:spPr/>
        <p:txBody>
          <a:bodyPr/>
          <a:lstStyle/>
          <a:p>
            <a:r>
              <a:rPr kumimoji="1" lang="ja-JP" altLang="en-US" dirty="0"/>
              <a:t>電話内容の補足</a:t>
            </a:r>
          </a:p>
        </p:txBody>
      </p:sp>
      <p:sp>
        <p:nvSpPr>
          <p:cNvPr id="3" name="コンテンツ プレースホルダー 2">
            <a:extLst>
              <a:ext uri="{FF2B5EF4-FFF2-40B4-BE49-F238E27FC236}">
                <a16:creationId xmlns:a16="http://schemas.microsoft.com/office/drawing/2014/main" id="{4F8F80B7-E20A-6017-FFB6-A41888017781}"/>
              </a:ext>
            </a:extLst>
          </p:cNvPr>
          <p:cNvSpPr>
            <a:spLocks noGrp="1"/>
          </p:cNvSpPr>
          <p:nvPr>
            <p:ph idx="1"/>
          </p:nvPr>
        </p:nvSpPr>
        <p:spPr/>
        <p:txBody>
          <a:bodyPr>
            <a:normAutofit fontScale="92500" lnSpcReduction="10000"/>
          </a:bodyPr>
          <a:lstStyle/>
          <a:p>
            <a:r>
              <a:rPr kumimoji="1" lang="ja-JP" altLang="en-US" dirty="0"/>
              <a:t>通常の遅刻・欠席はアプリやフォームで行われている</a:t>
            </a:r>
            <a:endParaRPr kumimoji="1" lang="en-US" altLang="ja-JP" dirty="0"/>
          </a:p>
          <a:p>
            <a:r>
              <a:rPr lang="ja-JP" altLang="en-US" dirty="0"/>
              <a:t>出席停止の場合発症日がいつで，いつまで停止か知りたい</a:t>
            </a:r>
            <a:endParaRPr lang="en-US" altLang="ja-JP" dirty="0"/>
          </a:p>
          <a:p>
            <a:r>
              <a:rPr kumimoji="1" lang="ja-JP" altLang="en-US" dirty="0"/>
              <a:t>先生個人あては学校関係者からがほとんど</a:t>
            </a:r>
            <a:endParaRPr kumimoji="1" lang="en-US" altLang="ja-JP" dirty="0"/>
          </a:p>
          <a:p>
            <a:r>
              <a:rPr lang="ja-JP" altLang="en-US" dirty="0"/>
              <a:t>体調やケガの早退の他，家庭の事情で早退もある</a:t>
            </a:r>
            <a:endParaRPr lang="en-US" altLang="ja-JP" dirty="0"/>
          </a:p>
          <a:p>
            <a:r>
              <a:rPr kumimoji="1" lang="ja-JP" altLang="en-US" dirty="0"/>
              <a:t>学校からの早退連絡に出られず折り返しの電話ケースもある</a:t>
            </a:r>
            <a:endParaRPr kumimoji="1" lang="en-US" altLang="ja-JP" dirty="0"/>
          </a:p>
          <a:p>
            <a:r>
              <a:rPr lang="ja-JP" altLang="en-US" dirty="0"/>
              <a:t>事務が把握していない折り返しのケースがある</a:t>
            </a:r>
            <a:endParaRPr lang="en-US" altLang="ja-JP" dirty="0"/>
          </a:p>
          <a:p>
            <a:r>
              <a:rPr kumimoji="1" lang="ja-JP" altLang="en-US" dirty="0"/>
              <a:t>部活関係は練習試合の申し込みのような顧問</a:t>
            </a:r>
            <a:r>
              <a:rPr kumimoji="1" lang="en-US" altLang="ja-JP" dirty="0"/>
              <a:t>to</a:t>
            </a:r>
            <a:r>
              <a:rPr kumimoji="1" lang="ja-JP" altLang="en-US" dirty="0"/>
              <a:t>顧問ケース</a:t>
            </a:r>
            <a:endParaRPr kumimoji="1" lang="en-US" altLang="ja-JP" dirty="0"/>
          </a:p>
          <a:p>
            <a:r>
              <a:rPr lang="ja-JP" altLang="en-US" dirty="0"/>
              <a:t>時間系はメール配信もやっているから少ない</a:t>
            </a:r>
            <a:endParaRPr lang="en-US" altLang="ja-JP" dirty="0"/>
          </a:p>
          <a:p>
            <a:r>
              <a:rPr kumimoji="1" lang="ja-JP" altLang="en-US" dirty="0"/>
              <a:t>クレームは地域特性であるにはあるが，ケンカ・ボール転がってきたのような事務が対応に困るものが大半</a:t>
            </a:r>
          </a:p>
        </p:txBody>
      </p:sp>
    </p:spTree>
    <p:extLst>
      <p:ext uri="{BB962C8B-B14F-4D97-AF65-F5344CB8AC3E}">
        <p14:creationId xmlns:p14="http://schemas.microsoft.com/office/powerpoint/2010/main" val="1880996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B9100F-780D-DBB8-9BCB-A7E00DD51F3F}"/>
              </a:ext>
            </a:extLst>
          </p:cNvPr>
          <p:cNvSpPr>
            <a:spLocks noGrp="1"/>
          </p:cNvSpPr>
          <p:nvPr>
            <p:ph type="title"/>
          </p:nvPr>
        </p:nvSpPr>
        <p:spPr/>
        <p:txBody>
          <a:bodyPr/>
          <a:lstStyle/>
          <a:p>
            <a:r>
              <a:rPr kumimoji="1" lang="en-US" altLang="ja-JP" dirty="0"/>
              <a:t>Q3</a:t>
            </a:r>
            <a:r>
              <a:rPr kumimoji="1" lang="ja-JP" altLang="en-US" dirty="0"/>
              <a:t>．自動化させるならどの連絡？</a:t>
            </a:r>
          </a:p>
        </p:txBody>
      </p:sp>
      <p:sp>
        <p:nvSpPr>
          <p:cNvPr id="3" name="コンテンツ プレースホルダー 2">
            <a:extLst>
              <a:ext uri="{FF2B5EF4-FFF2-40B4-BE49-F238E27FC236}">
                <a16:creationId xmlns:a16="http://schemas.microsoft.com/office/drawing/2014/main" id="{5EDEC3F8-09FD-CE0C-9B70-0F5F3547D8E9}"/>
              </a:ext>
            </a:extLst>
          </p:cNvPr>
          <p:cNvSpPr>
            <a:spLocks noGrp="1"/>
          </p:cNvSpPr>
          <p:nvPr>
            <p:ph idx="1"/>
          </p:nvPr>
        </p:nvSpPr>
        <p:spPr/>
        <p:txBody>
          <a:bodyPr/>
          <a:lstStyle/>
          <a:p>
            <a:pPr marL="0" indent="0">
              <a:buNone/>
            </a:pPr>
            <a:r>
              <a:rPr kumimoji="1" lang="en-US" altLang="ja-JP" dirty="0"/>
              <a:t>A3</a:t>
            </a:r>
            <a:r>
              <a:rPr lang="ja-JP" altLang="en-US" dirty="0"/>
              <a:t>：</a:t>
            </a:r>
            <a:endParaRPr kumimoji="1" lang="en-US" altLang="ja-JP" dirty="0"/>
          </a:p>
          <a:p>
            <a:r>
              <a:rPr kumimoji="1" lang="ja-JP" altLang="en-US" dirty="0"/>
              <a:t>遅刻→欠席</a:t>
            </a:r>
            <a:r>
              <a:rPr kumimoji="1" lang="en-US" altLang="ja-JP" dirty="0"/>
              <a:t>/</a:t>
            </a:r>
            <a:r>
              <a:rPr kumimoji="1" lang="ja-JP" altLang="en-US" dirty="0"/>
              <a:t>欠席→出席停止</a:t>
            </a:r>
            <a:r>
              <a:rPr kumimoji="1" lang="en-US" altLang="ja-JP" dirty="0"/>
              <a:t>(</a:t>
            </a:r>
            <a:r>
              <a:rPr kumimoji="1" lang="ja-JP" altLang="en-US" dirty="0"/>
              <a:t>情報含めて</a:t>
            </a:r>
            <a:r>
              <a:rPr kumimoji="1" lang="en-US" altLang="ja-JP" dirty="0"/>
              <a:t>)</a:t>
            </a:r>
          </a:p>
          <a:p>
            <a:r>
              <a:rPr lang="ja-JP" altLang="en-US" dirty="0"/>
              <a:t>クレーム</a:t>
            </a:r>
            <a:endParaRPr lang="en-US" altLang="ja-JP" dirty="0"/>
          </a:p>
          <a:p>
            <a:endParaRPr kumimoji="1" lang="en-US" altLang="ja-JP" dirty="0"/>
          </a:p>
          <a:p>
            <a:pPr marL="0" indent="0">
              <a:buNone/>
            </a:pPr>
            <a:r>
              <a:rPr lang="ja-JP" altLang="en-US" dirty="0"/>
              <a:t>これら以外は基本的に人に回した方が都合が良い</a:t>
            </a:r>
            <a:endParaRPr lang="en-US" altLang="ja-JP" dirty="0"/>
          </a:p>
        </p:txBody>
      </p:sp>
    </p:spTree>
    <p:extLst>
      <p:ext uri="{BB962C8B-B14F-4D97-AF65-F5344CB8AC3E}">
        <p14:creationId xmlns:p14="http://schemas.microsoft.com/office/powerpoint/2010/main" val="3801093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A502E7-3EB5-9784-20A9-128263F12B6B}"/>
              </a:ext>
            </a:extLst>
          </p:cNvPr>
          <p:cNvSpPr>
            <a:spLocks noGrp="1"/>
          </p:cNvSpPr>
          <p:nvPr>
            <p:ph type="title"/>
          </p:nvPr>
        </p:nvSpPr>
        <p:spPr/>
        <p:txBody>
          <a:bodyPr/>
          <a:lstStyle/>
          <a:p>
            <a:r>
              <a:rPr kumimoji="1" lang="en-US" altLang="ja-JP" dirty="0"/>
              <a:t>Q4</a:t>
            </a:r>
            <a:r>
              <a:rPr kumimoji="1" lang="ja-JP" altLang="en-US" dirty="0"/>
              <a:t>．通知方法は何が良いか</a:t>
            </a:r>
          </a:p>
        </p:txBody>
      </p:sp>
      <p:sp>
        <p:nvSpPr>
          <p:cNvPr id="3" name="コンテンツ プレースホルダー 2">
            <a:extLst>
              <a:ext uri="{FF2B5EF4-FFF2-40B4-BE49-F238E27FC236}">
                <a16:creationId xmlns:a16="http://schemas.microsoft.com/office/drawing/2014/main" id="{1742ECEA-1271-59CA-87EE-7E086E0733B6}"/>
              </a:ext>
            </a:extLst>
          </p:cNvPr>
          <p:cNvSpPr>
            <a:spLocks noGrp="1"/>
          </p:cNvSpPr>
          <p:nvPr>
            <p:ph idx="1"/>
          </p:nvPr>
        </p:nvSpPr>
        <p:spPr/>
        <p:txBody>
          <a:bodyPr/>
          <a:lstStyle/>
          <a:p>
            <a:pPr marL="0" indent="0">
              <a:buNone/>
            </a:pPr>
            <a:r>
              <a:rPr kumimoji="1" lang="en-US" altLang="ja-JP" dirty="0"/>
              <a:t>A4</a:t>
            </a:r>
            <a:r>
              <a:rPr kumimoji="1" lang="ja-JP" altLang="en-US" dirty="0"/>
              <a:t>：</a:t>
            </a:r>
            <a:endParaRPr kumimoji="1" lang="en-US" altLang="ja-JP" dirty="0"/>
          </a:p>
          <a:p>
            <a:r>
              <a:rPr lang="en-US" altLang="ja-JP" dirty="0"/>
              <a:t>Teams</a:t>
            </a:r>
            <a:r>
              <a:rPr lang="ja-JP" altLang="en-US" dirty="0"/>
              <a:t>，</a:t>
            </a:r>
            <a:r>
              <a:rPr lang="en-US" altLang="ja-JP" dirty="0"/>
              <a:t>LINE</a:t>
            </a:r>
          </a:p>
          <a:p>
            <a:pPr marL="0" indent="0">
              <a:buNone/>
            </a:pPr>
            <a:endParaRPr lang="en-US" altLang="ja-JP" dirty="0"/>
          </a:p>
          <a:p>
            <a:pPr marL="0" indent="0">
              <a:buNone/>
            </a:pPr>
            <a:r>
              <a:rPr kumimoji="1" lang="en-US" altLang="ja-JP" dirty="0"/>
              <a:t>※Teams</a:t>
            </a:r>
            <a:r>
              <a:rPr kumimoji="1" lang="ja-JP" altLang="en-US" dirty="0"/>
              <a:t>は開発を行うための組織アカウント用意が難しいため</a:t>
            </a:r>
            <a:r>
              <a:rPr kumimoji="1" lang="en-US" altLang="ja-JP" dirty="0"/>
              <a:t>LINE</a:t>
            </a:r>
            <a:r>
              <a:rPr kumimoji="1" lang="ja-JP" altLang="en-US" dirty="0"/>
              <a:t>で継続して開発を進める</a:t>
            </a:r>
            <a:endParaRPr kumimoji="1" lang="en-US" altLang="ja-JP" dirty="0"/>
          </a:p>
        </p:txBody>
      </p:sp>
    </p:spTree>
    <p:extLst>
      <p:ext uri="{BB962C8B-B14F-4D97-AF65-F5344CB8AC3E}">
        <p14:creationId xmlns:p14="http://schemas.microsoft.com/office/powerpoint/2010/main" val="780241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E78471-1238-0387-794C-DAE9F5900DCC}"/>
              </a:ext>
            </a:extLst>
          </p:cNvPr>
          <p:cNvSpPr>
            <a:spLocks noGrp="1"/>
          </p:cNvSpPr>
          <p:nvPr>
            <p:ph type="title"/>
          </p:nvPr>
        </p:nvSpPr>
        <p:spPr/>
        <p:txBody>
          <a:bodyPr/>
          <a:lstStyle/>
          <a:p>
            <a:r>
              <a:rPr kumimoji="1" lang="en-US" altLang="ja-JP" dirty="0"/>
              <a:t>Q5</a:t>
            </a:r>
            <a:r>
              <a:rPr kumimoji="1" lang="ja-JP" altLang="en-US" dirty="0"/>
              <a:t>．何か要望はあるか</a:t>
            </a:r>
          </a:p>
        </p:txBody>
      </p:sp>
      <p:sp>
        <p:nvSpPr>
          <p:cNvPr id="3" name="コンテンツ プレースホルダー 2">
            <a:extLst>
              <a:ext uri="{FF2B5EF4-FFF2-40B4-BE49-F238E27FC236}">
                <a16:creationId xmlns:a16="http://schemas.microsoft.com/office/drawing/2014/main" id="{2E1D047C-6B99-EB9E-4DDD-F0267B2EAADC}"/>
              </a:ext>
            </a:extLst>
          </p:cNvPr>
          <p:cNvSpPr>
            <a:spLocks noGrp="1"/>
          </p:cNvSpPr>
          <p:nvPr>
            <p:ph idx="1"/>
          </p:nvPr>
        </p:nvSpPr>
        <p:spPr/>
        <p:txBody>
          <a:bodyPr/>
          <a:lstStyle/>
          <a:p>
            <a:r>
              <a:rPr kumimoji="1" lang="ja-JP" altLang="en-US" dirty="0"/>
              <a:t>内線の他の電話に回せるようにしてほしい</a:t>
            </a:r>
            <a:endParaRPr kumimoji="1" lang="en-US" altLang="ja-JP" dirty="0"/>
          </a:p>
          <a:p>
            <a:r>
              <a:rPr lang="ja-JP" altLang="en-US" dirty="0"/>
              <a:t>時間外は自動的に留守電に回してほしい</a:t>
            </a:r>
            <a:endParaRPr lang="en-US" altLang="ja-JP" dirty="0"/>
          </a:p>
          <a:p>
            <a:endParaRPr kumimoji="1" lang="en-US" altLang="ja-JP" dirty="0"/>
          </a:p>
          <a:p>
            <a:pPr marL="0" indent="0">
              <a:buNone/>
            </a:pPr>
            <a:r>
              <a:rPr lang="ja-JP" altLang="en-US" dirty="0"/>
              <a:t>現在のシステムでは他の電話に回すことができないため課題となる．</a:t>
            </a:r>
            <a:endParaRPr kumimoji="1" lang="ja-JP" altLang="en-US" dirty="0"/>
          </a:p>
        </p:txBody>
      </p:sp>
    </p:spTree>
    <p:extLst>
      <p:ext uri="{BB962C8B-B14F-4D97-AF65-F5344CB8AC3E}">
        <p14:creationId xmlns:p14="http://schemas.microsoft.com/office/powerpoint/2010/main" val="845826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F08DAD-9706-2274-FEE7-1F6E3554F561}"/>
              </a:ext>
            </a:extLst>
          </p:cNvPr>
          <p:cNvSpPr>
            <a:spLocks noGrp="1"/>
          </p:cNvSpPr>
          <p:nvPr>
            <p:ph type="title"/>
          </p:nvPr>
        </p:nvSpPr>
        <p:spPr/>
        <p:txBody>
          <a:bodyPr/>
          <a:lstStyle/>
          <a:p>
            <a:r>
              <a:rPr kumimoji="1" lang="en-US" altLang="ja-JP" dirty="0"/>
              <a:t>2</a:t>
            </a:r>
            <a:r>
              <a:rPr kumimoji="1" lang="ja-JP" altLang="en-US" dirty="0"/>
              <a:t>．裾野市で実施された民間委託の効果</a:t>
            </a:r>
          </a:p>
        </p:txBody>
      </p:sp>
      <p:sp>
        <p:nvSpPr>
          <p:cNvPr id="3" name="コンテンツ プレースホルダー 2">
            <a:extLst>
              <a:ext uri="{FF2B5EF4-FFF2-40B4-BE49-F238E27FC236}">
                <a16:creationId xmlns:a16="http://schemas.microsoft.com/office/drawing/2014/main" id="{65DF1CAA-58CC-E123-DCE8-173FD28DD99B}"/>
              </a:ext>
            </a:extLst>
          </p:cNvPr>
          <p:cNvSpPr>
            <a:spLocks noGrp="1"/>
          </p:cNvSpPr>
          <p:nvPr>
            <p:ph idx="1"/>
          </p:nvPr>
        </p:nvSpPr>
        <p:spPr/>
        <p:txBody>
          <a:bodyPr/>
          <a:lstStyle/>
          <a:p>
            <a:pPr marL="0" indent="0">
              <a:buNone/>
            </a:pPr>
            <a:r>
              <a:rPr kumimoji="1" lang="ja-JP" altLang="en-US" dirty="0"/>
              <a:t>同じ静岡県東部地区の裾野で実施された電話の民間委託について，二カ月ほど経ってからの評判は良くない．</a:t>
            </a:r>
            <a:endParaRPr kumimoji="1" lang="en-US" altLang="ja-JP" dirty="0"/>
          </a:p>
          <a:p>
            <a:pPr marL="0" indent="0">
              <a:buNone/>
            </a:pPr>
            <a:r>
              <a:rPr lang="ja-JP" altLang="en-US" dirty="0"/>
              <a:t>理由：電話番号が変わるから</a:t>
            </a:r>
            <a:endParaRPr lang="en-US" altLang="ja-JP" dirty="0"/>
          </a:p>
          <a:p>
            <a:pPr marL="0" indent="0">
              <a:buNone/>
            </a:pPr>
            <a:endParaRPr kumimoji="1" lang="ja-JP" altLang="en-US" dirty="0"/>
          </a:p>
        </p:txBody>
      </p:sp>
      <p:pic>
        <p:nvPicPr>
          <p:cNvPr id="5" name="図 4" descr="クマ, 座る, ぬいぐるみ が含まれている画像&#10;&#10;AI 生成コンテンツは誤りを含む可能性があります。">
            <a:extLst>
              <a:ext uri="{FF2B5EF4-FFF2-40B4-BE49-F238E27FC236}">
                <a16:creationId xmlns:a16="http://schemas.microsoft.com/office/drawing/2014/main" id="{24C4903E-385F-6EE2-CE25-9EB168F3B5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4494859"/>
            <a:ext cx="1209554" cy="1682104"/>
          </a:xfrm>
          <a:prstGeom prst="rect">
            <a:avLst/>
          </a:prstGeom>
        </p:spPr>
      </p:pic>
      <p:sp>
        <p:nvSpPr>
          <p:cNvPr id="6" name="矢印: 右 5">
            <a:extLst>
              <a:ext uri="{FF2B5EF4-FFF2-40B4-BE49-F238E27FC236}">
                <a16:creationId xmlns:a16="http://schemas.microsoft.com/office/drawing/2014/main" id="{043A19C6-F93E-388A-8F40-F9B8B4BE464E}"/>
              </a:ext>
            </a:extLst>
          </p:cNvPr>
          <p:cNvSpPr/>
          <p:nvPr/>
        </p:nvSpPr>
        <p:spPr>
          <a:xfrm>
            <a:off x="2461490" y="4756194"/>
            <a:ext cx="665019" cy="3971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矢印: 右 6">
            <a:extLst>
              <a:ext uri="{FF2B5EF4-FFF2-40B4-BE49-F238E27FC236}">
                <a16:creationId xmlns:a16="http://schemas.microsoft.com/office/drawing/2014/main" id="{0A74C3FE-7BD5-F9CD-C6D2-2710684CB5FD}"/>
              </a:ext>
            </a:extLst>
          </p:cNvPr>
          <p:cNvSpPr/>
          <p:nvPr/>
        </p:nvSpPr>
        <p:spPr>
          <a:xfrm rot="10800000">
            <a:off x="2461489" y="5466578"/>
            <a:ext cx="665019" cy="3971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descr="ゲーム画面のスクリーンショット&#10;&#10;AI 生成コンテンツは誤りを含む可能性があります。">
            <a:extLst>
              <a:ext uri="{FF2B5EF4-FFF2-40B4-BE49-F238E27FC236}">
                <a16:creationId xmlns:a16="http://schemas.microsoft.com/office/drawing/2014/main" id="{6418865F-AC50-C84B-2F8D-5530734E94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8428" y="4663465"/>
            <a:ext cx="2134899" cy="1344892"/>
          </a:xfrm>
          <a:prstGeom prst="rect">
            <a:avLst/>
          </a:prstGeom>
        </p:spPr>
      </p:pic>
      <p:cxnSp>
        <p:nvCxnSpPr>
          <p:cNvPr id="11" name="直線コネクタ 10">
            <a:extLst>
              <a:ext uri="{FF2B5EF4-FFF2-40B4-BE49-F238E27FC236}">
                <a16:creationId xmlns:a16="http://schemas.microsoft.com/office/drawing/2014/main" id="{82303A5A-4130-84A6-1A8A-4661494FB871}"/>
              </a:ext>
            </a:extLst>
          </p:cNvPr>
          <p:cNvCxnSpPr/>
          <p:nvPr/>
        </p:nvCxnSpPr>
        <p:spPr>
          <a:xfrm>
            <a:off x="6096000" y="3429000"/>
            <a:ext cx="0" cy="2579357"/>
          </a:xfrm>
          <a:prstGeom prst="line">
            <a:avLst/>
          </a:prstGeom>
        </p:spPr>
        <p:style>
          <a:lnRef idx="2">
            <a:schemeClr val="accent1"/>
          </a:lnRef>
          <a:fillRef idx="0">
            <a:schemeClr val="accent1"/>
          </a:fillRef>
          <a:effectRef idx="1">
            <a:schemeClr val="accent1"/>
          </a:effectRef>
          <a:fontRef idx="minor">
            <a:schemeClr val="tx1"/>
          </a:fontRef>
        </p:style>
      </p:cxnSp>
      <p:pic>
        <p:nvPicPr>
          <p:cNvPr id="12" name="図 11" descr="クマ, 座る, ぬいぐるみ が含まれている画像&#10;&#10;AI 生成コンテンツは誤りを含む可能性があります。">
            <a:extLst>
              <a:ext uri="{FF2B5EF4-FFF2-40B4-BE49-F238E27FC236}">
                <a16:creationId xmlns:a16="http://schemas.microsoft.com/office/drawing/2014/main" id="{961F4191-04CA-9F79-D919-E3165A57E3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9765" y="3383055"/>
            <a:ext cx="847418" cy="1178488"/>
          </a:xfrm>
          <a:prstGeom prst="rect">
            <a:avLst/>
          </a:prstGeom>
        </p:spPr>
      </p:pic>
      <p:sp>
        <p:nvSpPr>
          <p:cNvPr id="13" name="矢印: 右 12">
            <a:extLst>
              <a:ext uri="{FF2B5EF4-FFF2-40B4-BE49-F238E27FC236}">
                <a16:creationId xmlns:a16="http://schemas.microsoft.com/office/drawing/2014/main" id="{AA042C52-6F73-C747-241B-8DDCDC9EDAB4}"/>
              </a:ext>
            </a:extLst>
          </p:cNvPr>
          <p:cNvSpPr/>
          <p:nvPr/>
        </p:nvSpPr>
        <p:spPr>
          <a:xfrm>
            <a:off x="8081426" y="3429000"/>
            <a:ext cx="465915" cy="2775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矢印: 右 13">
            <a:extLst>
              <a:ext uri="{FF2B5EF4-FFF2-40B4-BE49-F238E27FC236}">
                <a16:creationId xmlns:a16="http://schemas.microsoft.com/office/drawing/2014/main" id="{A93605F3-63B8-25E5-F9FD-5A479608B98D}"/>
              </a:ext>
            </a:extLst>
          </p:cNvPr>
          <p:cNvSpPr/>
          <p:nvPr/>
        </p:nvSpPr>
        <p:spPr>
          <a:xfrm rot="10800000">
            <a:off x="8081424" y="4139384"/>
            <a:ext cx="465915" cy="2775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5" name="図 14" descr="ゲーム画面のスクリーンショット&#10;&#10;AI 生成コンテンツは誤りを含む可能性があります。">
            <a:extLst>
              <a:ext uri="{FF2B5EF4-FFF2-40B4-BE49-F238E27FC236}">
                <a16:creationId xmlns:a16="http://schemas.microsoft.com/office/drawing/2014/main" id="{49AD0200-7B73-40F2-8A9D-7BF34BA2E4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2651" y="4995460"/>
            <a:ext cx="1495718" cy="942236"/>
          </a:xfrm>
          <a:prstGeom prst="rect">
            <a:avLst/>
          </a:prstGeom>
        </p:spPr>
      </p:pic>
      <p:sp>
        <p:nvSpPr>
          <p:cNvPr id="16" name="矢印: 右 15">
            <a:extLst>
              <a:ext uri="{FF2B5EF4-FFF2-40B4-BE49-F238E27FC236}">
                <a16:creationId xmlns:a16="http://schemas.microsoft.com/office/drawing/2014/main" id="{1AC52761-6851-01DD-6FA0-FAE8D6A7A39F}"/>
              </a:ext>
            </a:extLst>
          </p:cNvPr>
          <p:cNvSpPr/>
          <p:nvPr/>
        </p:nvSpPr>
        <p:spPr>
          <a:xfrm>
            <a:off x="8054062" y="5032375"/>
            <a:ext cx="465915" cy="2775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矢印: 右 16">
            <a:extLst>
              <a:ext uri="{FF2B5EF4-FFF2-40B4-BE49-F238E27FC236}">
                <a16:creationId xmlns:a16="http://schemas.microsoft.com/office/drawing/2014/main" id="{C6AB2EE5-3DC4-7E3B-7A2F-DF19E7C54131}"/>
              </a:ext>
            </a:extLst>
          </p:cNvPr>
          <p:cNvSpPr/>
          <p:nvPr/>
        </p:nvSpPr>
        <p:spPr>
          <a:xfrm rot="10800000">
            <a:off x="8054060" y="5742759"/>
            <a:ext cx="465915" cy="2775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9" name="図 18" descr="黒い背景と白い文字&#10;&#10;AI 生成コンテンツは誤りを含む可能性があります。">
            <a:extLst>
              <a:ext uri="{FF2B5EF4-FFF2-40B4-BE49-F238E27FC236}">
                <a16:creationId xmlns:a16="http://schemas.microsoft.com/office/drawing/2014/main" id="{DBE7DC2D-B2C6-01C0-A657-ED173AF6AA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13745" y="3239620"/>
            <a:ext cx="930502" cy="1465357"/>
          </a:xfrm>
          <a:prstGeom prst="rect">
            <a:avLst/>
          </a:prstGeom>
        </p:spPr>
      </p:pic>
      <p:pic>
        <p:nvPicPr>
          <p:cNvPr id="20" name="図 19" descr="黒い背景と白い文字&#10;&#10;AI 生成コンテンツは誤りを含む可能性があります。">
            <a:extLst>
              <a:ext uri="{FF2B5EF4-FFF2-40B4-BE49-F238E27FC236}">
                <a16:creationId xmlns:a16="http://schemas.microsoft.com/office/drawing/2014/main" id="{7CE10EB5-F052-8AEC-7DB9-9F4503109A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9765" y="4756194"/>
            <a:ext cx="930502" cy="1465357"/>
          </a:xfrm>
          <a:prstGeom prst="rect">
            <a:avLst/>
          </a:prstGeom>
        </p:spPr>
      </p:pic>
      <p:cxnSp>
        <p:nvCxnSpPr>
          <p:cNvPr id="22" name="直線矢印コネクタ 21">
            <a:extLst>
              <a:ext uri="{FF2B5EF4-FFF2-40B4-BE49-F238E27FC236}">
                <a16:creationId xmlns:a16="http://schemas.microsoft.com/office/drawing/2014/main" id="{EF0BD5D9-68BA-C64F-23AC-D8580EFF2DA1}"/>
              </a:ext>
            </a:extLst>
          </p:cNvPr>
          <p:cNvCxnSpPr/>
          <p:nvPr/>
        </p:nvCxnSpPr>
        <p:spPr>
          <a:xfrm>
            <a:off x="7832436" y="4561543"/>
            <a:ext cx="1228437" cy="5918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202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0718C8-38C7-0F0C-6A19-BF0CE5C35DE5}"/>
              </a:ext>
            </a:extLst>
          </p:cNvPr>
          <p:cNvSpPr>
            <a:spLocks noGrp="1"/>
          </p:cNvSpPr>
          <p:nvPr>
            <p:ph type="title"/>
          </p:nvPr>
        </p:nvSpPr>
        <p:spPr/>
        <p:txBody>
          <a:bodyPr/>
          <a:lstStyle/>
          <a:p>
            <a:r>
              <a:rPr kumimoji="1" lang="ja-JP" altLang="en-US" dirty="0"/>
              <a:t>３．</a:t>
            </a:r>
            <a:r>
              <a:rPr kumimoji="1" lang="en-US" altLang="ja-JP" dirty="0"/>
              <a:t>Gemini</a:t>
            </a:r>
            <a:r>
              <a:rPr kumimoji="1" lang="ja-JP" altLang="en-US" dirty="0"/>
              <a:t>の仕様変更</a:t>
            </a:r>
          </a:p>
        </p:txBody>
      </p:sp>
      <p:sp>
        <p:nvSpPr>
          <p:cNvPr id="3" name="コンテンツ プレースホルダー 2">
            <a:extLst>
              <a:ext uri="{FF2B5EF4-FFF2-40B4-BE49-F238E27FC236}">
                <a16:creationId xmlns:a16="http://schemas.microsoft.com/office/drawing/2014/main" id="{5F64D496-7936-CD56-E9E8-2C15FAC79B6B}"/>
              </a:ext>
            </a:extLst>
          </p:cNvPr>
          <p:cNvSpPr>
            <a:spLocks noGrp="1"/>
          </p:cNvSpPr>
          <p:nvPr>
            <p:ph idx="1"/>
          </p:nvPr>
        </p:nvSpPr>
        <p:spPr/>
        <p:txBody>
          <a:bodyPr/>
          <a:lstStyle/>
          <a:p>
            <a:pPr marL="0" indent="0">
              <a:buNone/>
            </a:pPr>
            <a:r>
              <a:rPr kumimoji="1" lang="ja-JP" altLang="en-US" dirty="0"/>
              <a:t>これまで使ってきた</a:t>
            </a:r>
            <a:r>
              <a:rPr kumimoji="1" lang="en-US" altLang="ja-JP" dirty="0"/>
              <a:t>google-</a:t>
            </a:r>
            <a:r>
              <a:rPr kumimoji="1" lang="en-US" altLang="ja-JP" dirty="0" err="1"/>
              <a:t>generativeai</a:t>
            </a:r>
            <a:r>
              <a:rPr kumimoji="1" lang="ja-JP" altLang="en-US" dirty="0"/>
              <a:t>ライブラリが</a:t>
            </a:r>
            <a:r>
              <a:rPr kumimoji="1" lang="en-US" altLang="ja-JP" dirty="0"/>
              <a:t>2025/11/30</a:t>
            </a:r>
            <a:r>
              <a:rPr kumimoji="1" lang="ja-JP" altLang="en-US" dirty="0"/>
              <a:t>にバグ修正を含むすべてのサポートを終了することになった．</a:t>
            </a:r>
            <a:endParaRPr kumimoji="1" lang="en-US" altLang="ja-JP" dirty="0"/>
          </a:p>
          <a:p>
            <a:pPr marL="0" indent="0">
              <a:buNone/>
            </a:pPr>
            <a:r>
              <a:rPr lang="ja-JP" altLang="en-US" dirty="0"/>
              <a:t>新しいライブラリとなる</a:t>
            </a:r>
            <a:r>
              <a:rPr lang="en-US" altLang="ja-JP" dirty="0"/>
              <a:t>google-</a:t>
            </a:r>
            <a:r>
              <a:rPr lang="en-US" altLang="ja-JP" dirty="0" err="1"/>
              <a:t>genai</a:t>
            </a:r>
            <a:r>
              <a:rPr lang="ja-JP" altLang="en-US" dirty="0"/>
              <a:t>の仕様を把握するため調査を行った．</a:t>
            </a:r>
            <a:endParaRPr lang="en-US" altLang="ja-JP" dirty="0"/>
          </a:p>
          <a:p>
            <a:pPr marL="0" indent="0">
              <a:buNone/>
            </a:pPr>
            <a:endParaRPr kumimoji="1" lang="en-US" altLang="ja-JP" dirty="0"/>
          </a:p>
          <a:p>
            <a:pPr marL="0" indent="0">
              <a:buNone/>
            </a:pPr>
            <a:r>
              <a:rPr kumimoji="1" lang="ja-JP" altLang="en-US" dirty="0"/>
              <a:t>以降</a:t>
            </a:r>
            <a:r>
              <a:rPr kumimoji="1" lang="en-US" altLang="ja-JP" dirty="0"/>
              <a:t>google-</a:t>
            </a:r>
            <a:r>
              <a:rPr kumimoji="1" lang="en-US" altLang="ja-JP" dirty="0" err="1"/>
              <a:t>generativeai</a:t>
            </a:r>
            <a:r>
              <a:rPr kumimoji="1" lang="ja-JP" altLang="en-US" dirty="0"/>
              <a:t>ライブラリを旧ライブラリ，</a:t>
            </a:r>
            <a:r>
              <a:rPr kumimoji="1" lang="en-US" altLang="ja-JP" dirty="0"/>
              <a:t>google-</a:t>
            </a:r>
            <a:r>
              <a:rPr kumimoji="1" lang="en-US" altLang="ja-JP" dirty="0" err="1"/>
              <a:t>genai</a:t>
            </a:r>
            <a:r>
              <a:rPr kumimoji="1" lang="ja-JP" altLang="en-US" dirty="0"/>
              <a:t>を新ライブラリと</a:t>
            </a:r>
            <a:r>
              <a:rPr lang="ja-JP" altLang="en-US" dirty="0"/>
              <a:t>呼ぶ．</a:t>
            </a:r>
            <a:endParaRPr kumimoji="1" lang="ja-JP" altLang="en-US" dirty="0"/>
          </a:p>
        </p:txBody>
      </p:sp>
    </p:spTree>
    <p:extLst>
      <p:ext uri="{BB962C8B-B14F-4D97-AF65-F5344CB8AC3E}">
        <p14:creationId xmlns:p14="http://schemas.microsoft.com/office/powerpoint/2010/main" val="2794989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2D6C6A-921D-59EC-0554-811F70630903}"/>
              </a:ext>
            </a:extLst>
          </p:cNvPr>
          <p:cNvSpPr>
            <a:spLocks noGrp="1"/>
          </p:cNvSpPr>
          <p:nvPr>
            <p:ph type="title"/>
          </p:nvPr>
        </p:nvSpPr>
        <p:spPr/>
        <p:txBody>
          <a:bodyPr/>
          <a:lstStyle/>
          <a:p>
            <a:r>
              <a:rPr kumimoji="1" lang="ja-JP" altLang="en-US" dirty="0"/>
              <a:t>ライブラリのインストール</a:t>
            </a:r>
          </a:p>
        </p:txBody>
      </p:sp>
      <p:sp>
        <p:nvSpPr>
          <p:cNvPr id="3" name="コンテンツ プレースホルダー 2">
            <a:extLst>
              <a:ext uri="{FF2B5EF4-FFF2-40B4-BE49-F238E27FC236}">
                <a16:creationId xmlns:a16="http://schemas.microsoft.com/office/drawing/2014/main" id="{283FBE02-EFE3-BE12-BB26-A9B9BDBE58DF}"/>
              </a:ext>
            </a:extLst>
          </p:cNvPr>
          <p:cNvSpPr>
            <a:spLocks noGrp="1"/>
          </p:cNvSpPr>
          <p:nvPr>
            <p:ph idx="1"/>
          </p:nvPr>
        </p:nvSpPr>
        <p:spPr/>
        <p:txBody>
          <a:bodyPr/>
          <a:lstStyle/>
          <a:p>
            <a:pPr marL="0" indent="0">
              <a:buNone/>
            </a:pPr>
            <a:r>
              <a:rPr kumimoji="1" lang="ja-JP" altLang="en-US" dirty="0"/>
              <a:t>旧ライブラリ</a:t>
            </a:r>
            <a:endParaRPr kumimoji="1" lang="en-US" altLang="ja-JP" dirty="0"/>
          </a:p>
          <a:p>
            <a:pPr marL="0" indent="0">
              <a:buNone/>
            </a:pPr>
            <a:r>
              <a:rPr kumimoji="1" lang="en-US" altLang="ja-JP" dirty="0"/>
              <a:t>pip install goog</a:t>
            </a:r>
            <a:r>
              <a:rPr lang="en-US" altLang="ja-JP" dirty="0"/>
              <a:t>le-</a:t>
            </a:r>
            <a:r>
              <a:rPr lang="en-US" altLang="ja-JP" dirty="0" err="1"/>
              <a:t>generativeai</a:t>
            </a:r>
            <a:endParaRPr lang="en-US" altLang="ja-JP" dirty="0"/>
          </a:p>
          <a:p>
            <a:pPr marL="0" indent="0">
              <a:buNone/>
            </a:pPr>
            <a:endParaRPr kumimoji="1" lang="en-US" altLang="ja-JP" dirty="0"/>
          </a:p>
          <a:p>
            <a:pPr marL="0" indent="0">
              <a:buNone/>
            </a:pPr>
            <a:r>
              <a:rPr lang="ja-JP" altLang="en-US" dirty="0"/>
              <a:t>新ライブラリ</a:t>
            </a:r>
            <a:endParaRPr lang="en-US" altLang="ja-JP" dirty="0"/>
          </a:p>
          <a:p>
            <a:pPr marL="0" indent="0">
              <a:buNone/>
            </a:pPr>
            <a:r>
              <a:rPr lang="en-US" altLang="ja-JP" dirty="0"/>
              <a:t>pip install google-</a:t>
            </a:r>
            <a:r>
              <a:rPr lang="en-US" altLang="ja-JP" dirty="0" err="1"/>
              <a:t>genai</a:t>
            </a:r>
            <a:endParaRPr kumimoji="1" lang="ja-JP" altLang="en-US" dirty="0"/>
          </a:p>
        </p:txBody>
      </p:sp>
    </p:spTree>
    <p:extLst>
      <p:ext uri="{BB962C8B-B14F-4D97-AF65-F5344CB8AC3E}">
        <p14:creationId xmlns:p14="http://schemas.microsoft.com/office/powerpoint/2010/main" val="4007418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91BA64-167B-E98E-2D12-043DC932F73D}"/>
              </a:ext>
            </a:extLst>
          </p:cNvPr>
          <p:cNvSpPr>
            <a:spLocks noGrp="1"/>
          </p:cNvSpPr>
          <p:nvPr>
            <p:ph type="title"/>
          </p:nvPr>
        </p:nvSpPr>
        <p:spPr/>
        <p:txBody>
          <a:bodyPr/>
          <a:lstStyle/>
          <a:p>
            <a:r>
              <a:rPr kumimoji="1" lang="ja-JP" altLang="en-US" dirty="0"/>
              <a:t>旧ライブラリでの</a:t>
            </a:r>
            <a:r>
              <a:rPr kumimoji="1" lang="en-US" altLang="ja-JP" dirty="0" err="1"/>
              <a:t>py</a:t>
            </a:r>
            <a:r>
              <a:rPr kumimoji="1" lang="ja-JP" altLang="en-US" dirty="0"/>
              <a:t>スクリプト例</a:t>
            </a:r>
          </a:p>
        </p:txBody>
      </p:sp>
      <p:sp>
        <p:nvSpPr>
          <p:cNvPr id="3" name="コンテンツ プレースホルダー 2">
            <a:extLst>
              <a:ext uri="{FF2B5EF4-FFF2-40B4-BE49-F238E27FC236}">
                <a16:creationId xmlns:a16="http://schemas.microsoft.com/office/drawing/2014/main" id="{87B0B75A-AC33-758A-A39B-3B4BEEFC64B9}"/>
              </a:ext>
            </a:extLst>
          </p:cNvPr>
          <p:cNvSpPr>
            <a:spLocks noGrp="1"/>
          </p:cNvSpPr>
          <p:nvPr>
            <p:ph idx="1"/>
          </p:nvPr>
        </p:nvSpPr>
        <p:spPr/>
        <p:txBody>
          <a:bodyPr/>
          <a:lstStyle/>
          <a:p>
            <a:pPr marL="0" indent="0">
              <a:buNone/>
            </a:pPr>
            <a:r>
              <a:rPr lang="en-US" altLang="ja-JP" dirty="0"/>
              <a:t>import </a:t>
            </a:r>
            <a:r>
              <a:rPr lang="en-US" altLang="ja-JP" dirty="0" err="1"/>
              <a:t>google.generativeai</a:t>
            </a:r>
            <a:r>
              <a:rPr lang="en-US" altLang="ja-JP" dirty="0"/>
              <a:t> as </a:t>
            </a:r>
            <a:r>
              <a:rPr lang="en-US" altLang="ja-JP" dirty="0" err="1"/>
              <a:t>genai</a:t>
            </a:r>
            <a:endParaRPr lang="en-US" altLang="ja-JP" dirty="0"/>
          </a:p>
          <a:p>
            <a:pPr marL="0" indent="0">
              <a:buNone/>
            </a:pPr>
            <a:r>
              <a:rPr lang="en-US" altLang="ja-JP" dirty="0" err="1"/>
              <a:t>g</a:t>
            </a:r>
            <a:r>
              <a:rPr kumimoji="1" lang="en-US" altLang="ja-JP" dirty="0" err="1"/>
              <a:t>enai.configure</a:t>
            </a:r>
            <a:r>
              <a:rPr kumimoji="1" lang="en-US" altLang="ja-JP" dirty="0"/>
              <a:t>(</a:t>
            </a:r>
            <a:r>
              <a:rPr kumimoji="1" lang="en-US" altLang="ja-JP" dirty="0" err="1"/>
              <a:t>api_key</a:t>
            </a:r>
            <a:r>
              <a:rPr kumimoji="1" lang="en-US" altLang="ja-JP" dirty="0"/>
              <a:t> = “API_KEY”)</a:t>
            </a:r>
          </a:p>
          <a:p>
            <a:pPr marL="0" indent="0">
              <a:buNone/>
            </a:pPr>
            <a:r>
              <a:rPr lang="en-US" altLang="ja-JP" dirty="0"/>
              <a:t>model = </a:t>
            </a:r>
            <a:r>
              <a:rPr lang="en-US" altLang="ja-JP" dirty="0" err="1"/>
              <a:t>genai.GenerativeModel</a:t>
            </a:r>
            <a:r>
              <a:rPr lang="en-US" altLang="ja-JP" dirty="0"/>
              <a:t>(“Gemini Model”)</a:t>
            </a:r>
          </a:p>
          <a:p>
            <a:pPr marL="0" indent="0">
              <a:buNone/>
            </a:pPr>
            <a:r>
              <a:rPr lang="en-US" altLang="ja-JP" dirty="0"/>
              <a:t>prompt = “prompt”</a:t>
            </a:r>
          </a:p>
          <a:p>
            <a:pPr marL="0" indent="0">
              <a:buNone/>
            </a:pPr>
            <a:r>
              <a:rPr lang="en-US" altLang="ja-JP" dirty="0"/>
              <a:t>r</a:t>
            </a:r>
            <a:r>
              <a:rPr kumimoji="1" lang="en-US" altLang="ja-JP" dirty="0"/>
              <a:t>esponse = </a:t>
            </a:r>
            <a:r>
              <a:rPr kumimoji="1" lang="en-US" altLang="ja-JP" dirty="0" err="1"/>
              <a:t>model.generate_content</a:t>
            </a:r>
            <a:r>
              <a:rPr kumimoji="1" lang="en-US" altLang="ja-JP" dirty="0"/>
              <a:t>(</a:t>
            </a:r>
          </a:p>
          <a:p>
            <a:pPr marL="0" indent="0">
              <a:buNone/>
            </a:pPr>
            <a:r>
              <a:rPr lang="en-US" altLang="ja-JP" dirty="0"/>
              <a:t>	prompt,</a:t>
            </a:r>
          </a:p>
          <a:p>
            <a:pPr marL="0" indent="0">
              <a:buNone/>
            </a:pPr>
            <a:r>
              <a:rPr kumimoji="1" lang="en-US" altLang="ja-JP" dirty="0"/>
              <a:t>	…</a:t>
            </a:r>
          </a:p>
          <a:p>
            <a:pPr marL="0" indent="0">
              <a:buNone/>
            </a:pPr>
            <a:r>
              <a:rPr lang="en-US" altLang="ja-JP" dirty="0"/>
              <a:t>)</a:t>
            </a:r>
            <a:endParaRPr kumimoji="1" lang="ja-JP" altLang="en-US" dirty="0"/>
          </a:p>
        </p:txBody>
      </p:sp>
    </p:spTree>
    <p:extLst>
      <p:ext uri="{BB962C8B-B14F-4D97-AF65-F5344CB8AC3E}">
        <p14:creationId xmlns:p14="http://schemas.microsoft.com/office/powerpoint/2010/main" val="1465027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881B54-1988-9676-6F39-5D3BD48AC3AE}"/>
              </a:ext>
            </a:extLst>
          </p:cNvPr>
          <p:cNvSpPr>
            <a:spLocks noGrp="1"/>
          </p:cNvSpPr>
          <p:nvPr>
            <p:ph type="title"/>
          </p:nvPr>
        </p:nvSpPr>
        <p:spPr/>
        <p:txBody>
          <a:bodyPr/>
          <a:lstStyle/>
          <a:p>
            <a:r>
              <a:rPr lang="ja-JP" altLang="en-US" dirty="0"/>
              <a:t>新ライブラリでの</a:t>
            </a:r>
            <a:r>
              <a:rPr lang="en-US" altLang="ja-JP" dirty="0" err="1"/>
              <a:t>py</a:t>
            </a:r>
            <a:r>
              <a:rPr lang="ja-JP" altLang="en-US" dirty="0"/>
              <a:t>スクリプト例</a:t>
            </a:r>
            <a:endParaRPr kumimoji="1" lang="ja-JP" altLang="en-US" dirty="0"/>
          </a:p>
        </p:txBody>
      </p:sp>
      <p:sp>
        <p:nvSpPr>
          <p:cNvPr id="3" name="コンテンツ プレースホルダー 2">
            <a:extLst>
              <a:ext uri="{FF2B5EF4-FFF2-40B4-BE49-F238E27FC236}">
                <a16:creationId xmlns:a16="http://schemas.microsoft.com/office/drawing/2014/main" id="{EAF220E9-D161-CE45-3E2B-2A83BC0EA497}"/>
              </a:ext>
            </a:extLst>
          </p:cNvPr>
          <p:cNvSpPr>
            <a:spLocks noGrp="1"/>
          </p:cNvSpPr>
          <p:nvPr>
            <p:ph idx="1"/>
          </p:nvPr>
        </p:nvSpPr>
        <p:spPr/>
        <p:txBody>
          <a:bodyPr/>
          <a:lstStyle/>
          <a:p>
            <a:pPr marL="0" indent="0">
              <a:buNone/>
            </a:pPr>
            <a:r>
              <a:rPr lang="en-US" altLang="ja-JP" dirty="0"/>
              <a:t>f</a:t>
            </a:r>
            <a:r>
              <a:rPr kumimoji="1" lang="en-US" altLang="ja-JP" dirty="0"/>
              <a:t>rom google import </a:t>
            </a:r>
            <a:r>
              <a:rPr kumimoji="1" lang="en-US" altLang="ja-JP" dirty="0" err="1"/>
              <a:t>genai</a:t>
            </a:r>
            <a:endParaRPr kumimoji="1" lang="en-US" altLang="ja-JP" dirty="0"/>
          </a:p>
          <a:p>
            <a:pPr marL="0" indent="0">
              <a:buNone/>
            </a:pPr>
            <a:r>
              <a:rPr lang="en-US" altLang="ja-JP" dirty="0"/>
              <a:t>client = </a:t>
            </a:r>
            <a:r>
              <a:rPr lang="en-US" altLang="ja-JP" dirty="0" err="1"/>
              <a:t>genai.Client</a:t>
            </a:r>
            <a:r>
              <a:rPr lang="en-US" altLang="ja-JP" dirty="0"/>
              <a:t>(</a:t>
            </a:r>
            <a:r>
              <a:rPr lang="en-US" altLang="ja-JP" dirty="0" err="1"/>
              <a:t>api_key</a:t>
            </a:r>
            <a:r>
              <a:rPr lang="en-US" altLang="ja-JP" dirty="0"/>
              <a:t> = “API_KEY”)</a:t>
            </a:r>
          </a:p>
          <a:p>
            <a:pPr marL="0" indent="0">
              <a:buNone/>
            </a:pPr>
            <a:r>
              <a:rPr lang="en-US" altLang="ja-JP" dirty="0"/>
              <a:t>p</a:t>
            </a:r>
            <a:r>
              <a:rPr kumimoji="1" lang="en-US" altLang="ja-JP" dirty="0"/>
              <a:t>rompt = “prompt”</a:t>
            </a:r>
          </a:p>
          <a:p>
            <a:pPr marL="0" indent="0">
              <a:buNone/>
            </a:pPr>
            <a:r>
              <a:rPr lang="en-US" altLang="ja-JP" dirty="0"/>
              <a:t>response = </a:t>
            </a:r>
            <a:r>
              <a:rPr lang="en-US" altLang="ja-JP" dirty="0" err="1"/>
              <a:t>client.models.generate_content</a:t>
            </a:r>
            <a:r>
              <a:rPr lang="en-US" altLang="ja-JP" dirty="0"/>
              <a:t>(</a:t>
            </a:r>
          </a:p>
          <a:p>
            <a:pPr marL="0" indent="0">
              <a:buNone/>
            </a:pPr>
            <a:r>
              <a:rPr kumimoji="1" lang="en-US" altLang="ja-JP" dirty="0"/>
              <a:t>	model = “Gemini Model”,</a:t>
            </a:r>
          </a:p>
          <a:p>
            <a:pPr marL="0" indent="0">
              <a:buNone/>
            </a:pPr>
            <a:r>
              <a:rPr lang="en-US" altLang="ja-JP" dirty="0"/>
              <a:t>	contents = prompt,</a:t>
            </a:r>
          </a:p>
          <a:p>
            <a:pPr marL="0" indent="0">
              <a:buNone/>
            </a:pPr>
            <a:r>
              <a:rPr kumimoji="1" lang="en-US" altLang="ja-JP" dirty="0"/>
              <a:t>	…</a:t>
            </a:r>
          </a:p>
          <a:p>
            <a:pPr marL="0" indent="0">
              <a:buNone/>
            </a:pPr>
            <a:r>
              <a:rPr kumimoji="1" lang="en-US" altLang="ja-JP" dirty="0"/>
              <a:t>)</a:t>
            </a:r>
            <a:endParaRPr kumimoji="1" lang="ja-JP" altLang="en-US" dirty="0"/>
          </a:p>
        </p:txBody>
      </p:sp>
    </p:spTree>
    <p:extLst>
      <p:ext uri="{BB962C8B-B14F-4D97-AF65-F5344CB8AC3E}">
        <p14:creationId xmlns:p14="http://schemas.microsoft.com/office/powerpoint/2010/main" val="1330939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9C1822-9397-3276-8310-EFB1528EC9D2}"/>
              </a:ext>
            </a:extLst>
          </p:cNvPr>
          <p:cNvSpPr>
            <a:spLocks noGrp="1"/>
          </p:cNvSpPr>
          <p:nvPr>
            <p:ph type="title"/>
          </p:nvPr>
        </p:nvSpPr>
        <p:spPr/>
        <p:txBody>
          <a:bodyPr/>
          <a:lstStyle/>
          <a:p>
            <a:r>
              <a:rPr kumimoji="1" lang="ja-JP" altLang="en-US" dirty="0"/>
              <a:t>新ライブラリで利用可能なモデル</a:t>
            </a:r>
          </a:p>
        </p:txBody>
      </p:sp>
      <p:sp>
        <p:nvSpPr>
          <p:cNvPr id="3" name="コンテンツ プレースホルダー 2">
            <a:extLst>
              <a:ext uri="{FF2B5EF4-FFF2-40B4-BE49-F238E27FC236}">
                <a16:creationId xmlns:a16="http://schemas.microsoft.com/office/drawing/2014/main" id="{8FCEEE76-732B-E216-314D-7E0F185E3710}"/>
              </a:ext>
            </a:extLst>
          </p:cNvPr>
          <p:cNvSpPr>
            <a:spLocks noGrp="1"/>
          </p:cNvSpPr>
          <p:nvPr>
            <p:ph idx="1"/>
          </p:nvPr>
        </p:nvSpPr>
        <p:spPr/>
        <p:txBody>
          <a:bodyPr/>
          <a:lstStyle/>
          <a:p>
            <a:pPr marL="0" indent="0">
              <a:buNone/>
            </a:pPr>
            <a:r>
              <a:rPr kumimoji="1" lang="ja-JP" altLang="en-US" dirty="0"/>
              <a:t>以前まで使っていた</a:t>
            </a:r>
            <a:r>
              <a:rPr kumimoji="1" lang="en-US" altLang="ja-JP" dirty="0"/>
              <a:t>Gemini 1.5 Flash</a:t>
            </a:r>
            <a:r>
              <a:rPr kumimoji="1" lang="ja-JP" altLang="en-US" dirty="0"/>
              <a:t>で新ライブラリ版スクリプト実行を試したができなかった</a:t>
            </a:r>
            <a:r>
              <a:rPr lang="ja-JP" altLang="en-US" dirty="0"/>
              <a:t>ためドキュメントのモデルを確認した</a:t>
            </a:r>
            <a:r>
              <a:rPr kumimoji="1" lang="ja-JP" altLang="en-US" dirty="0"/>
              <a:t>．</a:t>
            </a:r>
            <a:endParaRPr kumimoji="1" lang="en-US" altLang="ja-JP" dirty="0"/>
          </a:p>
          <a:p>
            <a:pPr marL="0" indent="0">
              <a:buNone/>
            </a:pPr>
            <a:r>
              <a:rPr lang="en-US" altLang="ja-JP" dirty="0"/>
              <a:t>Gemini</a:t>
            </a:r>
            <a:r>
              <a:rPr lang="ja-JP" altLang="en-US" dirty="0"/>
              <a:t>モデルリスト</a:t>
            </a:r>
            <a:endParaRPr lang="en-US" altLang="ja-JP" dirty="0"/>
          </a:p>
          <a:p>
            <a:r>
              <a:rPr kumimoji="1" lang="en-US" altLang="ja-JP" dirty="0"/>
              <a:t>Gemini 2.5 Pro</a:t>
            </a:r>
          </a:p>
          <a:p>
            <a:r>
              <a:rPr lang="en-US" altLang="ja-JP" dirty="0"/>
              <a:t>Gemini 2.5 Flash</a:t>
            </a:r>
          </a:p>
          <a:p>
            <a:r>
              <a:rPr kumimoji="1" lang="en-US" altLang="ja-JP" dirty="0"/>
              <a:t>Gemini 2.5 Flash-Lite</a:t>
            </a:r>
          </a:p>
          <a:p>
            <a:r>
              <a:rPr lang="en-US" altLang="ja-JP" dirty="0"/>
              <a:t>Gemini 2.0 Flash</a:t>
            </a:r>
          </a:p>
          <a:p>
            <a:r>
              <a:rPr kumimoji="1" lang="en-US" altLang="ja-JP" dirty="0"/>
              <a:t>Gemini 2.0 Flash-Lite</a:t>
            </a:r>
            <a:endParaRPr kumimoji="1" lang="ja-JP" altLang="en-US" dirty="0"/>
          </a:p>
        </p:txBody>
      </p:sp>
    </p:spTree>
    <p:extLst>
      <p:ext uri="{BB962C8B-B14F-4D97-AF65-F5344CB8AC3E}">
        <p14:creationId xmlns:p14="http://schemas.microsoft.com/office/powerpoint/2010/main" val="264129722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10029</TotalTime>
  <Words>666</Words>
  <Application>Microsoft Office PowerPoint</Application>
  <PresentationFormat>ワイド画面</PresentationFormat>
  <Paragraphs>87</Paragraphs>
  <Slides>14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14</vt:i4>
      </vt:variant>
    </vt:vector>
  </HeadingPairs>
  <TitlesOfParts>
    <vt:vector size="18" baseType="lpstr">
      <vt:lpstr>游ゴシック</vt:lpstr>
      <vt:lpstr>游ゴシック Light</vt:lpstr>
      <vt:lpstr>Arial</vt:lpstr>
      <vt:lpstr>Office テーマ</vt:lpstr>
      <vt:lpstr>研究進捗(10月頭まで)</vt:lpstr>
      <vt:lpstr>１．現職事務員へのインタビュー</vt:lpstr>
      <vt:lpstr>Q1．一日の内どれくらい稼働してほしいか</vt:lpstr>
      <vt:lpstr>Q2．どのような電話が来るか</vt:lpstr>
      <vt:lpstr>電話内容の補足</vt:lpstr>
      <vt:lpstr>Q3．自動化させるならどの連絡？</vt:lpstr>
      <vt:lpstr>Q4．通知方法は何が良いか</vt:lpstr>
      <vt:lpstr>Q5．何か要望はあるか</vt:lpstr>
      <vt:lpstr>2．裾野市で実施された民間委託の効果</vt:lpstr>
      <vt:lpstr>３．Geminiの仕様変更</vt:lpstr>
      <vt:lpstr>ライブラリのインストール</vt:lpstr>
      <vt:lpstr>旧ライブラリでのpyスクリプト例</vt:lpstr>
      <vt:lpstr>新ライブラリでのpyスクリプト例</vt:lpstr>
      <vt:lpstr>新ライブラリで利用可能なモデル</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2CDA1218</dc:creator>
  <cp:lastModifiedBy>2CDA1218</cp:lastModifiedBy>
  <cp:revision>2</cp:revision>
  <dcterms:created xsi:type="dcterms:W3CDTF">2025-09-30T04:56:14Z</dcterms:created>
  <dcterms:modified xsi:type="dcterms:W3CDTF">2025-10-16T01:48:06Z</dcterms:modified>
</cp:coreProperties>
</file>